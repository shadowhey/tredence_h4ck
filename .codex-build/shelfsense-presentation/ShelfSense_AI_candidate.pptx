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0e260c24374757" /><Relationship Type="http://schemas.openxmlformats.org/officeDocument/2006/relationships/extended-properties" Target="/docProps/app.xml" Id="R1cd621959c294d55" /><Relationship Type="http://schemas.openxmlformats.org/officeDocument/2006/relationships/officeDocument" Target="/ppt/presentation.xml" Id="Rce80f882b8ba41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2be62c624d4087"/>
  </p:sldMasterIdLst>
  <p:notesMasterIdLst>
    <p:notesMasterId xmlns:r="http://schemas.openxmlformats.org/officeDocument/2006/relationships" r:id="R9936787e876d41cd"/>
  </p:notesMasterIdLst>
  <p:sldIdLst>
    <p:sldId xmlns:r="http://schemas.openxmlformats.org/officeDocument/2006/relationships" id="256" r:id="R693be6082e7b4440"/>
    <p:sldId xmlns:r="http://schemas.openxmlformats.org/officeDocument/2006/relationships" id="257" r:id="R03043c177417418d"/>
    <p:sldId xmlns:r="http://schemas.openxmlformats.org/officeDocument/2006/relationships" id="258" r:id="R3c469466478b4bec"/>
    <p:sldId xmlns:r="http://schemas.openxmlformats.org/officeDocument/2006/relationships" id="259" r:id="R401959e3d83042a9"/>
    <p:sldId xmlns:r="http://schemas.openxmlformats.org/officeDocument/2006/relationships" id="260" r:id="R9390a387b79945d2"/>
    <p:sldId xmlns:r="http://schemas.openxmlformats.org/officeDocument/2006/relationships" id="261" r:id="R227c1304284c4275"/>
    <p:sldId xmlns:r="http://schemas.openxmlformats.org/officeDocument/2006/relationships" id="262" r:id="R764a42c62ff249f2"/>
    <p:sldId xmlns:r="http://schemas.openxmlformats.org/officeDocument/2006/relationships" id="263" r:id="R0f75ad5e0dd748b5"/>
    <p:sldId xmlns:r="http://schemas.openxmlformats.org/officeDocument/2006/relationships" id="264" r:id="R34ff12ade53c45db"/>
    <p:sldId xmlns:r="http://schemas.openxmlformats.org/officeDocument/2006/relationships" id="265" r:id="R69849d7a6d1947bf"/>
    <p:sldId xmlns:r="http://schemas.openxmlformats.org/officeDocument/2006/relationships" id="266" r:id="R3d32b3712f1c480f"/>
    <p:sldId xmlns:r="http://schemas.openxmlformats.org/officeDocument/2006/relationships" id="267" r:id="R75976155101b4727"/>
    <p:sldId xmlns:r="http://schemas.openxmlformats.org/officeDocument/2006/relationships" id="268" r:id="R2e2d4964a1b2494e"/>
    <p:sldId xmlns:r="http://schemas.openxmlformats.org/officeDocument/2006/relationships" id="269" r:id="R2abc89ce688e48a8"/>
    <p:sldId xmlns:r="http://schemas.openxmlformats.org/officeDocument/2006/relationships" id="270" r:id="R3ccc996c3bed4f26"/>
    <p:sldId xmlns:r="http://schemas.openxmlformats.org/officeDocument/2006/relationships" id="271" r:id="R2bd090fa307a44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34c7b07c5e41f9" /><Relationship Type="http://schemas.openxmlformats.org/officeDocument/2006/relationships/slideMaster" Target="/ppt/slideMasters/slideMaster1.xml" Id="Rba2be62c624d4087" /><Relationship Type="http://schemas.openxmlformats.org/officeDocument/2006/relationships/notesMaster" Target="/ppt/notesMasters/notesMaster1.xml" Id="R9936787e876d41cd" /><Relationship Type="http://schemas.openxmlformats.org/officeDocument/2006/relationships/presProps" Target="/ppt/presProps.xml" Id="R4ace04e58fe243dc" /><Relationship Type="http://schemas.openxmlformats.org/officeDocument/2006/relationships/tableStyles" Target="/ppt/tableStyles.xml" Id="R8e581b84ebef4e3a" /><Relationship Type="http://schemas.openxmlformats.org/officeDocument/2006/relationships/slide" Target="/ppt/slides/slide1.xml" Id="R693be6082e7b4440" /><Relationship Type="http://schemas.openxmlformats.org/officeDocument/2006/relationships/slide" Target="/ppt/slides/slide2.xml" Id="R03043c177417418d" /><Relationship Type="http://schemas.openxmlformats.org/officeDocument/2006/relationships/slide" Target="/ppt/slides/slide3.xml" Id="R3c469466478b4bec" /><Relationship Type="http://schemas.openxmlformats.org/officeDocument/2006/relationships/slide" Target="/ppt/slides/slide4.xml" Id="R401959e3d83042a9" /><Relationship Type="http://schemas.openxmlformats.org/officeDocument/2006/relationships/slide" Target="/ppt/slides/slide5.xml" Id="R9390a387b79945d2" /><Relationship Type="http://schemas.openxmlformats.org/officeDocument/2006/relationships/slide" Target="/ppt/slides/slide6.xml" Id="R227c1304284c4275" /><Relationship Type="http://schemas.openxmlformats.org/officeDocument/2006/relationships/slide" Target="/ppt/slides/slide7.xml" Id="R764a42c62ff249f2" /><Relationship Type="http://schemas.openxmlformats.org/officeDocument/2006/relationships/slide" Target="/ppt/slides/slide8.xml" Id="R0f75ad5e0dd748b5" /><Relationship Type="http://schemas.openxmlformats.org/officeDocument/2006/relationships/slide" Target="/ppt/slides/slide9.xml" Id="R34ff12ade53c45db" /><Relationship Type="http://schemas.openxmlformats.org/officeDocument/2006/relationships/slide" Target="/ppt/slides/slide10.xml" Id="R69849d7a6d1947bf" /><Relationship Type="http://schemas.openxmlformats.org/officeDocument/2006/relationships/slide" Target="/ppt/slides/slide11.xml" Id="R3d32b3712f1c480f" /><Relationship Type="http://schemas.openxmlformats.org/officeDocument/2006/relationships/slide" Target="/ppt/slides/slide12.xml" Id="R75976155101b4727" /><Relationship Type="http://schemas.openxmlformats.org/officeDocument/2006/relationships/slide" Target="/ppt/slides/slide13.xml" Id="R2e2d4964a1b2494e" /><Relationship Type="http://schemas.openxmlformats.org/officeDocument/2006/relationships/slide" Target="/ppt/slides/slide14.xml" Id="R2abc89ce688e48a8" /><Relationship Type="http://schemas.openxmlformats.org/officeDocument/2006/relationships/slide" Target="/ppt/slides/slide15.xml" Id="R3ccc996c3bed4f26" /><Relationship Type="http://schemas.openxmlformats.org/officeDocument/2006/relationships/slide" Target="/ppt/slides/slide16.xml" Id="R2bd090fa307a44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f4fafae50843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b891384ad44395" /><Relationship Type="http://schemas.openxmlformats.org/officeDocument/2006/relationships/notesMaster" Target="/ppt/notesMasters/notesMaster1.xml" Id="R7fdb7320094b44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fc10e706fc450a" /><Relationship Type="http://schemas.openxmlformats.org/officeDocument/2006/relationships/notesMaster" Target="/ppt/notesMasters/notesMaster1.xml" Id="Rbe899612507540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9fffeb9960431f" /><Relationship Type="http://schemas.openxmlformats.org/officeDocument/2006/relationships/notesMaster" Target="/ppt/notesMasters/notesMaster1.xml" Id="Rbf5a37426a764c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ea653d25fc44a0" /><Relationship Type="http://schemas.openxmlformats.org/officeDocument/2006/relationships/notesMaster" Target="/ppt/notesMasters/notesMaster1.xml" Id="R5f4a29881bc943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a95e29693e409d" /><Relationship Type="http://schemas.openxmlformats.org/officeDocument/2006/relationships/notesMaster" Target="/ppt/notesMasters/notesMaster1.xml" Id="R8323eb5b695842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bfbde85fac4099" /><Relationship Type="http://schemas.openxmlformats.org/officeDocument/2006/relationships/notesMaster" Target="/ppt/notesMasters/notesMaster1.xml" Id="R6507c87858584e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08d41ebfda4efb" /><Relationship Type="http://schemas.openxmlformats.org/officeDocument/2006/relationships/notesMaster" Target="/ppt/notesMasters/notesMaster1.xml" Id="Re871773f04f845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aa47058c214a68" /><Relationship Type="http://schemas.openxmlformats.org/officeDocument/2006/relationships/notesMaster" Target="/ppt/notesMasters/notesMaster1.xml" Id="R24e44775ee0e42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4fcd0ade494c7a" /><Relationship Type="http://schemas.openxmlformats.org/officeDocument/2006/relationships/notesMaster" Target="/ppt/notesMasters/notesMaster1.xml" Id="Rf3f88c947d9542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6b24c673aa467c" /><Relationship Type="http://schemas.openxmlformats.org/officeDocument/2006/relationships/notesMaster" Target="/ppt/notesMasters/notesMaster1.xml" Id="R1579d611b58349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3fe82f0a874e28" /><Relationship Type="http://schemas.openxmlformats.org/officeDocument/2006/relationships/notesMaster" Target="/ppt/notesMasters/notesMaster1.xml" Id="Rc26cd040395746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f487f895c440cf" /><Relationship Type="http://schemas.openxmlformats.org/officeDocument/2006/relationships/notesMaster" Target="/ppt/notesMasters/notesMaster1.xml" Id="Rf9d02abed21241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d6d2255879416c" /><Relationship Type="http://schemas.openxmlformats.org/officeDocument/2006/relationships/notesMaster" Target="/ppt/notesMasters/notesMaster1.xml" Id="R5afd9fe46cd744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fd6708fd48479e" /><Relationship Type="http://schemas.openxmlformats.org/officeDocument/2006/relationships/notesMaster" Target="/ppt/notesMasters/notesMaster1.xml" Id="R2b00d62a991943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ff0c73d7454b3d" /><Relationship Type="http://schemas.openxmlformats.org/officeDocument/2006/relationships/notesMaster" Target="/ppt/notesMasters/notesMaster1.xml" Id="R404fbfddf99348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f1032622e24ed4" /><Relationship Type="http://schemas.openxmlformats.org/officeDocument/2006/relationships/notesMaster" Target="/ppt/notesMasters/notesMaster1.xml" Id="Rfac901e1f7de47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Repository fixture: image-parsing/tests/fixtures/compliance/pipeline-verification/shelf_photo.png</a:t>
            </a:r>
          </a:p>
          <a:p xmlns:a="http://schemas.openxmlformats.org/drawingml/2006/main">
            <a:r>
              <a:t>Product and implementation evidence: docs/shared/ARCHITECTURE.md; docs/shared/COMPLIANCE_ROADMAP.md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backend/uploads/image_processing/outputs/7/analysis.json</a:t>
            </a:r>
          </a:p>
          <a:p xmlns:a="http://schemas.openxmlformats.org/drawingml/2006/main">
            <a:r>
              <a:t>backend/uploads/image_processing/outputs/7/compliance_audit.json</a:t>
            </a:r>
          </a:p>
          <a:p xmlns:a="http://schemas.openxmlformats.org/drawingml/2006/main">
            <a:r>
              <a:t>docs/shared/COMPLIANCE_ROADMAP.md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Fixture image: image-parsing/tests/fixtures/compliance/pipeline-verification/shelf_photo.png</a:t>
            </a:r>
          </a:p>
          <a:p xmlns:a="http://schemas.openxmlformats.org/drawingml/2006/main">
            <a:r>
              <a:t>Compliance decision behavior: backend/app/services/compliance_service.py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docs/shared/COMPLIANCE_ROADMAP.md</a:t>
            </a:r>
          </a:p>
          <a:p xmlns:a="http://schemas.openxmlformats.org/drawingml/2006/main">
            <a:r>
              <a:t>image-parsing/README.md</a:t>
            </a:r>
          </a:p>
          <a:p xmlns:a="http://schemas.openxmlformats.org/drawingml/2006/main">
            <a:r>
              <a:t>backend/PRICE_TAG_DETECTION_SETUP.md</a:t>
            </a:r>
          </a:p>
          <a:p xmlns:a="http://schemas.openxmlformats.org/drawingml/2006/main">
            <a:r>
              <a:t>image-parsing/MODEL_SETUP.md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backend/app/services/image_processing_service.py</a:t>
            </a:r>
          </a:p>
          <a:p xmlns:a="http://schemas.openxmlformats.org/drawingml/2006/main">
            <a:r>
              <a:t>image-parsing/src/shelf_image_parsing/pipeline.py</a:t>
            </a:r>
          </a:p>
          <a:p xmlns:a="http://schemas.openxmlformats.org/drawingml/2006/main">
            <a:r>
              <a:t>backend/app/services/cutout_service.py</a:t>
            </a:r>
          </a:p>
          <a:p xmlns:a="http://schemas.openxmlformats.org/drawingml/2006/main">
            <a:r>
              <a:t>backend/app/services/position_calibration.py</a:t>
            </a:r>
          </a:p>
          <a:p xmlns:a="http://schemas.openxmlformats.org/drawingml/2006/main">
            <a:r>
              <a:t>backend/app/services/compliance_reporting_service.py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docs/shared/ARCHITECTURE.md</a:t>
            </a:r>
          </a:p>
          <a:p xmlns:a="http://schemas.openxmlformats.org/drawingml/2006/main">
            <a:r>
              <a:t>backend/app/main.py</a:t>
            </a:r>
          </a:p>
          <a:p xmlns:a="http://schemas.openxmlformats.org/drawingml/2006/main">
            <a:r>
              <a:t>frontend/src/lib/api.ts</a:t>
            </a:r>
          </a:p>
          <a:p xmlns:a="http://schemas.openxmlformats.org/drawingml/2006/main">
            <a:r>
              <a:t>backend/app/db/models.py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docs/shared/ARCHITECTURE.md</a:t>
            </a:r>
          </a:p>
          <a:p xmlns:a="http://schemas.openxmlformats.org/drawingml/2006/main">
            <a:r>
              <a:t>docs/shared/COMPLIANCE_ROADMAP.md</a:t>
            </a:r>
          </a:p>
          <a:p xmlns:a="http://schemas.openxmlformats.org/drawingml/2006/main">
            <a:r>
              <a:t>backend/app/services/image_processing_service.py</a:t>
            </a:r>
          </a:p>
          <a:p xmlns:a="http://schemas.openxmlformats.org/drawingml/2006/main">
            <a:r>
              <a:t>backend/app/services/cutout_service.py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Annotated output: backend/uploads/image_processing/outputs/7/3a6f2153432e4bc7986eab152f10d97c_annotated.jpg</a:t>
            </a:r>
          </a:p>
          <a:p xmlns:a="http://schemas.openxmlformats.org/drawingml/2006/main">
            <a:r>
              <a:t>image-parsing/src/shelf_image_parsing/detector.py</a:t>
            </a:r>
          </a:p>
          <a:p xmlns:a="http://schemas.openxmlformats.org/drawingml/2006/main">
            <a:r>
              <a:t>image-parsing/src/shelf_image_parsing/row_segmenter.py</a:t>
            </a:r>
          </a:p>
          <a:p xmlns:a="http://schemas.openxmlformats.org/drawingml/2006/main">
            <a:r>
              <a:t>backend/app/services/cutout_service.py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backend/app/services/cutout_service.py</a:t>
            </a:r>
          </a:p>
          <a:p xmlns:a="http://schemas.openxmlformats.org/drawingml/2006/main">
            <a:r>
              <a:t>backend/app/services/product_matching/candidate_filtering.py</a:t>
            </a:r>
          </a:p>
          <a:p xmlns:a="http://schemas.openxmlformats.org/drawingml/2006/main">
            <a:r>
              <a:t>backend/app/services/product_matching/cluster_consensus.py</a:t>
            </a:r>
          </a:p>
          <a:p xmlns:a="http://schemas.openxmlformats.org/drawingml/2006/main">
            <a:r>
              <a:t>docs/shared/COMPLIANCE_ROADMAP.md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image-parsing/tests/fixtures/compliance/pipeline-verification/manifest.json</a:t>
            </a:r>
          </a:p>
          <a:p xmlns:a="http://schemas.openxmlformats.org/drawingml/2006/main">
            <a:r>
              <a:t>backend/app/services/position_calibration.py</a:t>
            </a:r>
          </a:p>
          <a:p xmlns:a="http://schemas.openxmlformats.org/drawingml/2006/main">
            <a:r>
              <a:t>backend/app/services/compliance_service.py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UI screenshots: /Users/dhruv/.gemini/antigravity-ide/brain/a392ed68-b77d-43a0-9d68-3ae758d8881a/dashboard_desktop.png and designer_desktop.png</a:t>
            </a:r>
          </a:p>
          <a:p xmlns:a="http://schemas.openxmlformats.org/drawingml/2006/main">
            <a:r>
              <a:t>frontend/src/app/page.tsx</a:t>
            </a:r>
          </a:p>
          <a:p xmlns:a="http://schemas.openxmlformats.org/drawingml/2006/main">
            <a:r>
              <a:t>frontend/src/app/designer/page.tsx</a:t>
            </a:r>
          </a:p>
          <a:p xmlns:a="http://schemas.openxmlformats.org/drawingml/2006/main">
            <a:r>
              <a:t>frontend/src/app/analysis/page.tsx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image-parsing/tests/fixtures/compliance/pipeline-verification/manifest.json</a:t>
            </a:r>
          </a:p>
          <a:p xmlns:a="http://schemas.openxmlformats.org/drawingml/2006/main">
            <a:r>
              <a:t>backend/uploads/image_processing/outputs/7/compliance_audit.json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docs/shared/CONTRIBUTIONS.md entries dated 2026-10-22 and 2026-10-23</a:t>
            </a:r>
          </a:p>
          <a:p xmlns:a="http://schemas.openxmlformats.org/drawingml/2006/main">
            <a:r>
              <a:t>backend/tests/</a:t>
            </a:r>
          </a:p>
          <a:p xmlns:a="http://schemas.openxmlformats.org/drawingml/2006/main">
            <a:r>
              <a:t>image-parsing/tests/</a:t>
            </a:r>
          </a:p>
          <a:p xmlns:a="http://schemas.openxmlformats.org/drawingml/2006/main">
            <a:r>
              <a:t>frontend/tests/</a:t>
            </a:r>
          </a:p>
          <a:p xmlns:a="http://schemas.openxmlformats.org/drawingml/2006/main">
            <a:r>
              <a:t>e2e/tests/analysis_product_match.spec.ts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docs/shared/ARCHITECTURE.md</a:t>
            </a:r>
          </a:p>
          <a:p xmlns:a="http://schemas.openxmlformats.org/drawingml/2006/main">
            <a:r>
              <a:t>docs/shared/COMPLIANCE_ROADMAP.md</a:t>
            </a:r>
          </a:p>
          <a:p xmlns:a="http://schemas.openxmlformats.org/drawingml/2006/main">
            <a:r>
              <a:t>docs/shared/CONTRIBUTIONS.md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docs/shared/COMPLIANCE_ROADMAP.md</a:t>
            </a:r>
          </a:p>
          <a:p xmlns:a="http://schemas.openxmlformats.org/drawingml/2006/main">
            <a:r>
              <a:t>backend/PRICE_TAG_DETECTION_SETUP.md</a:t>
            </a:r>
          </a:p>
          <a:p xmlns:a="http://schemas.openxmlformats.org/drawingml/2006/main">
            <a:r>
              <a:t>image-parsing/tests/fixtures/compliance/pipeline-verification/manifest.json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docs/shared/COMPLIANCE_ROADMAP.md controlled test fixture checklist</a:t>
            </a:r>
          </a:p>
          <a:p xmlns:a="http://schemas.openxmlformats.org/drawingml/2006/main">
            <a:r>
              <a:t>docs/shared/PRODUCT_SPEC.md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32766e28946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77bc7717542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560c39241240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34f48344449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44f3a16c540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1a0f91a994e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5A1945-743A-450A-AF0E-A69FE21740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EB10F3-03D9-4F01-89A9-1D80F726D3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D65FE1-BC0F-46B2-AB18-59D136E52E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FEEA2F-A2A5-4169-96EB-8AFDCB7440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6A35CC-3063-4145-B1C8-97E83D2351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43574E-CABD-472D-9830-B7B5C1B27C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0E84BE-1E2A-4974-A1AE-FC29924A6F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3A85D5-C09E-43B2-925E-6A65547F5B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C7B2D0-7D67-4B3C-8220-EAFF5F710C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3DE04F-B8C8-496D-B905-0D889536E2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f33639818c4a33" /><Relationship Type="http://schemas.openxmlformats.org/officeDocument/2006/relationships/slideLayout" Target="/ppt/slideLayouts/slideLayout1.xml" Id="Rec55a1efa8ef4d5d" /><Relationship Type="http://schemas.openxmlformats.org/officeDocument/2006/relationships/slideLayout" Target="/ppt/slideLayouts/slideLayout2.xml" Id="R1fbe9fb2ca014bab" /><Relationship Type="http://schemas.openxmlformats.org/officeDocument/2006/relationships/slideLayout" Target="/ppt/slideLayouts/slideLayout3.xml" Id="R21aa910b0a964bf6" /><Relationship Type="http://schemas.openxmlformats.org/officeDocument/2006/relationships/slideLayout" Target="/ppt/slideLayouts/slideLayout4.xml" Id="R44743f809e3d4800" /><Relationship Type="http://schemas.openxmlformats.org/officeDocument/2006/relationships/slideLayout" Target="/ppt/slideLayouts/slideLayout5.xml" Id="Rcccdf1961e544d31" /><Relationship Type="http://schemas.openxmlformats.org/officeDocument/2006/relationships/slideLayout" Target="/ppt/slideLayouts/slideLayout6.xml" Id="Rebe78a8832d34f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55a1efa8ef4d5d"/>
    <p:sldLayoutId xmlns:r="http://schemas.openxmlformats.org/officeDocument/2006/relationships" id="2147483650" r:id="R1fbe9fb2ca014bab"/>
    <p:sldLayoutId xmlns:r="http://schemas.openxmlformats.org/officeDocument/2006/relationships" id="2147483651" r:id="R21aa910b0a964bf6"/>
    <p:sldLayoutId xmlns:r="http://schemas.openxmlformats.org/officeDocument/2006/relationships" id="2147483652" r:id="R44743f809e3d4800"/>
    <p:sldLayoutId xmlns:r="http://schemas.openxmlformats.org/officeDocument/2006/relationships" id="2147483653" r:id="Rcccdf1961e544d31"/>
    <p:sldLayoutId xmlns:r="http://schemas.openxmlformats.org/officeDocument/2006/relationships" id="2147483654" r:id="Rebe78a8832d34f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fc15601804e48" /><Relationship Type="http://schemas.openxmlformats.org/officeDocument/2006/relationships/image" Target="/ppt/media/image.png" Id="R3a4a43e44f8b4178" /><Relationship Type="http://schemas.openxmlformats.org/officeDocument/2006/relationships/notesSlide" Target="/ppt/notesSlides/notesSlide1.xml" Id="R363d7a38993d4f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b9a98396124baf" /><Relationship Type="http://schemas.openxmlformats.org/officeDocument/2006/relationships/notesSlide" Target="/ppt/notesSlides/notesSlide2.xml" Id="R6bd98adf83ff44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aa4177a4324791" /><Relationship Type="http://schemas.openxmlformats.org/officeDocument/2006/relationships/image" Target="/ppt/media/image2.png" Id="R42c8d4875d1b4041" /><Relationship Type="http://schemas.openxmlformats.org/officeDocument/2006/relationships/notesSlide" Target="/ppt/notesSlides/notesSlide3.xml" Id="R6968d624756f46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78c826e8844e6" /><Relationship Type="http://schemas.openxmlformats.org/officeDocument/2006/relationships/notesSlide" Target="/ppt/notesSlides/notesSlide4.xml" Id="Reace0cee8e0941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bc9bb5907342dd" /><Relationship Type="http://schemas.openxmlformats.org/officeDocument/2006/relationships/notesSlide" Target="/ppt/notesSlides/notesSlide5.xml" Id="R83d73e7cd7fe4d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b575fb66984c04" /><Relationship Type="http://schemas.openxmlformats.org/officeDocument/2006/relationships/notesSlide" Target="/ppt/notesSlides/notesSlide6.xml" Id="R91f60cbffebe46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fda257e0949d8" /><Relationship Type="http://schemas.openxmlformats.org/officeDocument/2006/relationships/notesSlide" Target="/ppt/notesSlides/notesSlide7.xml" Id="R155a41ed9f614d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998c59cc346c0" /><Relationship Type="http://schemas.openxmlformats.org/officeDocument/2006/relationships/image" Target="/ppt/media/image.jpeg" Id="R4ee1dd5128e34ae8" /><Relationship Type="http://schemas.openxmlformats.org/officeDocument/2006/relationships/image" Target="/ppt/media/image2.jpeg" Id="R714e2eb606924bdb" /><Relationship Type="http://schemas.openxmlformats.org/officeDocument/2006/relationships/image" Target="/ppt/media/image3.jpeg" Id="Rd8683633307f436a" /><Relationship Type="http://schemas.openxmlformats.org/officeDocument/2006/relationships/image" Target="/ppt/media/image4.jpeg" Id="Rb5d39373bdf74b6d" /><Relationship Type="http://schemas.openxmlformats.org/officeDocument/2006/relationships/image" Target="/ppt/media/image5.jpeg" Id="R7848643ccfaa44cc" /><Relationship Type="http://schemas.openxmlformats.org/officeDocument/2006/relationships/notesSlide" Target="/ppt/notesSlides/notesSlide8.xml" Id="R5d86c9c7291e42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e3042aed04fdb" /><Relationship Type="http://schemas.openxmlformats.org/officeDocument/2006/relationships/notesSlide" Target="/ppt/notesSlides/notesSlide9.xml" Id="Rce417d71c28943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c3a0d3c674ed5" /><Relationship Type="http://schemas.openxmlformats.org/officeDocument/2006/relationships/notesSlide" Target="/ppt/notesSlides/notesSlide10.xml" Id="R1734004a196f41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951ce396844a5" /><Relationship Type="http://schemas.openxmlformats.org/officeDocument/2006/relationships/image" Target="/ppt/media/image3.png" Id="R92c4df6ace6d4e7a" /><Relationship Type="http://schemas.openxmlformats.org/officeDocument/2006/relationships/image" Target="/ppt/media/image4.png" Id="R5d6e2ce1c7ae4523" /><Relationship Type="http://schemas.openxmlformats.org/officeDocument/2006/relationships/notesSlide" Target="/ppt/notesSlides/notesSlide11.xml" Id="Redf86244c5904b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0ac738744e45f7" /><Relationship Type="http://schemas.openxmlformats.org/officeDocument/2006/relationships/image" Target="/ppt/media/image5.png" Id="R596c15e08e984c27" /><Relationship Type="http://schemas.openxmlformats.org/officeDocument/2006/relationships/notesSlide" Target="/ppt/notesSlides/notesSlide12.xml" Id="Ra9527103f94143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503d4aade54f4d" /><Relationship Type="http://schemas.openxmlformats.org/officeDocument/2006/relationships/notesSlide" Target="/ppt/notesSlides/notesSlide13.xml" Id="R3dc389a15b0145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196990c8e4c5b" /><Relationship Type="http://schemas.openxmlformats.org/officeDocument/2006/relationships/notesSlide" Target="/ppt/notesSlides/notesSlide14.xml" Id="R0f23778e6a944b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54f04b1b974b2f" /><Relationship Type="http://schemas.openxmlformats.org/officeDocument/2006/relationships/notesSlide" Target="/ppt/notesSlides/notesSlide15.xml" Id="R7c4fff138cde4a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98c29b43643d5" /><Relationship Type="http://schemas.openxmlformats.org/officeDocument/2006/relationships/notesSlide" Target="/ppt/notesSlides/notesSlide16.xml" Id="R21fea0bd81bf46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C0785-9D89-4CFA-8B7D-512DE01F1C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a43e44f8b4178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oundRect">
            <a:avLst>
              <a:gd name="adj" fmla="val 2188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DC186-E7C6-467F-954D-67E782DD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D0F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9702F-A07F-4390-91A5-0A40DFA1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0"/>
            <a:ext cx="1238250" cy="68580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0D0F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5FAF4-1292-4756-8213-5AAB2FB2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 i="0">
                <a:solidFill>
                  <a:srgbClr val="2DD4BF"/>
                </a:solidFill>
              </a:defRPr>
            </a:defPPr>
            <a:lvl1pPr>
              <a:defRPr sz="1650" b="1" i="0">
                <a:solidFill>
                  <a:srgbClr val="2DD4BF"/>
                </a:solidFill>
              </a:defRPr>
            </a:lvl1pPr>
            <a:lvl2pPr>
              <a:defRPr sz="1650" b="1" i="0">
                <a:solidFill>
                  <a:srgbClr val="2DD4BF"/>
                </a:solidFill>
              </a:defRPr>
            </a:lvl2pPr>
            <a:lvl3pPr>
              <a:defRPr sz="1650" b="1" i="0">
                <a:solidFill>
                  <a:srgbClr val="2DD4BF"/>
                </a:solidFill>
              </a:defRPr>
            </a:lvl3pPr>
            <a:lvl4pPr>
              <a:defRPr sz="1650" b="1" i="0">
                <a:solidFill>
                  <a:srgbClr val="2DD4BF"/>
                </a:solidFill>
              </a:defRPr>
            </a:lvl4pPr>
            <a:lvl5pPr>
              <a:defRPr sz="1650" b="1" i="0">
                <a:solidFill>
                  <a:srgbClr val="2DD4BF"/>
                </a:solidFill>
              </a:defRPr>
            </a:lvl5pPr>
            <a:lvl6pPr>
              <a:defRPr sz="1650" b="1" i="0">
                <a:solidFill>
                  <a:srgbClr val="2DD4BF"/>
                </a:solidFill>
              </a:defRPr>
            </a:lvl6pPr>
            <a:lvl7pPr>
              <a:defRPr sz="1650" b="1" i="0">
                <a:solidFill>
                  <a:srgbClr val="2DD4BF"/>
                </a:solidFill>
              </a:defRPr>
            </a:lvl7pPr>
            <a:lvl8pPr>
              <a:defRPr sz="1650" b="1" i="0">
                <a:solidFill>
                  <a:srgbClr val="2DD4BF"/>
                </a:solidFill>
              </a:defRPr>
            </a:lvl8pPr>
            <a:lvl9pPr>
              <a:defRPr sz="16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ShelfSense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ACE37-A085-4BC8-B794-43F272FE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 i="0">
                <a:solidFill>
                  <a:srgbClr val="F8FAFC"/>
                </a:solidFill>
              </a:defRPr>
            </a:defPPr>
            <a:lvl1pPr>
              <a:defRPr sz="3450" b="1" i="0">
                <a:solidFill>
                  <a:srgbClr val="F8FAFC"/>
                </a:solidFill>
              </a:defRPr>
            </a:lvl1pPr>
            <a:lvl2pPr>
              <a:defRPr sz="3450" b="1" i="0">
                <a:solidFill>
                  <a:srgbClr val="F8FAFC"/>
                </a:solidFill>
              </a:defRPr>
            </a:lvl2pPr>
            <a:lvl3pPr>
              <a:defRPr sz="3450" b="1" i="0">
                <a:solidFill>
                  <a:srgbClr val="F8FAFC"/>
                </a:solidFill>
              </a:defRPr>
            </a:lvl3pPr>
            <a:lvl4pPr>
              <a:defRPr sz="3450" b="1" i="0">
                <a:solidFill>
                  <a:srgbClr val="F8FAFC"/>
                </a:solidFill>
              </a:defRPr>
            </a:lvl4pPr>
            <a:lvl5pPr>
              <a:defRPr sz="3450" b="1" i="0">
                <a:solidFill>
                  <a:srgbClr val="F8FAFC"/>
                </a:solidFill>
              </a:defRPr>
            </a:lvl5pPr>
            <a:lvl6pPr>
              <a:defRPr sz="3450" b="1" i="0">
                <a:solidFill>
                  <a:srgbClr val="F8FAFC"/>
                </a:solidFill>
              </a:defRPr>
            </a:lvl6pPr>
            <a:lvl7pPr>
              <a:defRPr sz="3450" b="1" i="0">
                <a:solidFill>
                  <a:srgbClr val="F8FAFC"/>
                </a:solidFill>
              </a:defRPr>
            </a:lvl7pPr>
            <a:lvl8pPr>
              <a:defRPr sz="3450" b="1" i="0">
                <a:solidFill>
                  <a:srgbClr val="F8FAFC"/>
                </a:solidFill>
              </a:defRPr>
            </a:lvl8pPr>
            <a:lvl9pPr>
              <a:defRPr sz="34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3450" b="1" i="0">
                <a:solidFill>
                  <a:srgbClr val="F8FAFC"/>
                </a:solidFill>
              </a:defRPr>
            </a:pPr>
            <a:r>
              <a:rPr sz="3450" b="1" i="0">
                <a:solidFill>
                  <a:srgbClr val="F8FAFC"/>
                </a:solidFill>
              </a:rPr>
              <a:t>AI-Powered Supermarket Shelf &amp;</a:t>
            </a:r>
          </a:p>
          <a:p xmlns:a="http://schemas.openxmlformats.org/drawingml/2006/main">
            <a:pPr>
              <a:defRPr sz="3450" b="1" i="0">
                <a:solidFill>
                  <a:srgbClr val="F8FAFC"/>
                </a:solidFill>
              </a:defRPr>
            </a:pPr>
            <a:r>
              <a:rPr sz="3450" b="1" i="0">
                <a:solidFill>
                  <a:srgbClr val="F8FAFC"/>
                </a:solidFill>
              </a:rPr>
              <a:t>Planogram Compliance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05633-F55A-4E5E-A948-676C7F39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 i="0">
                <a:solidFill>
                  <a:srgbClr val="A8B1C1"/>
                </a:solidFill>
              </a:defRPr>
            </a:defPPr>
            <a:lvl1pPr>
              <a:defRPr sz="1650" b="0" i="0">
                <a:solidFill>
                  <a:srgbClr val="A8B1C1"/>
                </a:solidFill>
              </a:defRPr>
            </a:lvl1pPr>
            <a:lvl2pPr>
              <a:defRPr sz="1650" b="0" i="0">
                <a:solidFill>
                  <a:srgbClr val="A8B1C1"/>
                </a:solidFill>
              </a:defRPr>
            </a:lvl2pPr>
            <a:lvl3pPr>
              <a:defRPr sz="1650" b="0" i="0">
                <a:solidFill>
                  <a:srgbClr val="A8B1C1"/>
                </a:solidFill>
              </a:defRPr>
            </a:lvl3pPr>
            <a:lvl4pPr>
              <a:defRPr sz="1650" b="0" i="0">
                <a:solidFill>
                  <a:srgbClr val="A8B1C1"/>
                </a:solidFill>
              </a:defRPr>
            </a:lvl4pPr>
            <a:lvl5pPr>
              <a:defRPr sz="1650" b="0" i="0">
                <a:solidFill>
                  <a:srgbClr val="A8B1C1"/>
                </a:solidFill>
              </a:defRPr>
            </a:lvl5pPr>
            <a:lvl6pPr>
              <a:defRPr sz="1650" b="0" i="0">
                <a:solidFill>
                  <a:srgbClr val="A8B1C1"/>
                </a:solidFill>
              </a:defRPr>
            </a:lvl6pPr>
            <a:lvl7pPr>
              <a:defRPr sz="1650" b="0" i="0">
                <a:solidFill>
                  <a:srgbClr val="A8B1C1"/>
                </a:solidFill>
              </a:defRPr>
            </a:lvl7pPr>
            <a:lvl8pPr>
              <a:defRPr sz="1650" b="0" i="0">
                <a:solidFill>
                  <a:srgbClr val="A8B1C1"/>
                </a:solidFill>
              </a:defRPr>
            </a:lvl8pPr>
            <a:lvl9pPr>
              <a:defRPr sz="165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650" b="0" i="0">
                <a:solidFill>
                  <a:srgbClr val="A8B1C1"/>
                </a:solidFill>
              </a:defRPr>
            </a:pPr>
            <a:r>
              <a:rPr sz="1650" b="0" i="0">
                <a:solidFill>
                  <a:srgbClr val="A8B1C1"/>
                </a:solidFill>
              </a:rPr>
              <a:t>From physical planogram design to evidence-backed shelf-photo auditing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CDDC0-2C08-471A-82C1-DEF93DC0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50C80-DB01-4FDE-93C4-4EBA6A7F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E2E8F0"/>
                </a:solidFill>
              </a:defRPr>
            </a:defPPr>
            <a:lvl1pPr>
              <a:defRPr sz="1200" b="0" i="0">
                <a:solidFill>
                  <a:srgbClr val="E2E8F0"/>
                </a:solidFill>
              </a:defRPr>
            </a:lvl1pPr>
            <a:lvl2pPr>
              <a:defRPr sz="1200" b="0" i="0">
                <a:solidFill>
                  <a:srgbClr val="E2E8F0"/>
                </a:solidFill>
              </a:defRPr>
            </a:lvl2pPr>
            <a:lvl3pPr>
              <a:defRPr sz="1200" b="0" i="0">
                <a:solidFill>
                  <a:srgbClr val="E2E8F0"/>
                </a:solidFill>
              </a:defRPr>
            </a:lvl3pPr>
            <a:lvl4pPr>
              <a:defRPr sz="1200" b="0" i="0">
                <a:solidFill>
                  <a:srgbClr val="E2E8F0"/>
                </a:solidFill>
              </a:defRPr>
            </a:lvl4pPr>
            <a:lvl5pPr>
              <a:defRPr sz="1200" b="0" i="0">
                <a:solidFill>
                  <a:srgbClr val="E2E8F0"/>
                </a:solidFill>
              </a:defRPr>
            </a:lvl5pPr>
            <a:lvl6pPr>
              <a:defRPr sz="1200" b="0" i="0">
                <a:solidFill>
                  <a:srgbClr val="E2E8F0"/>
                </a:solidFill>
              </a:defRPr>
            </a:lvl6pPr>
            <a:lvl7pPr>
              <a:defRPr sz="1200" b="0" i="0">
                <a:solidFill>
                  <a:srgbClr val="E2E8F0"/>
                </a:solidFill>
              </a:defRPr>
            </a:lvl7pPr>
            <a:lvl8pPr>
              <a:defRPr sz="1200" b="0" i="0">
                <a:solidFill>
                  <a:srgbClr val="E2E8F0"/>
                </a:solidFill>
              </a:defRPr>
            </a:lvl8pPr>
            <a:lvl9pPr>
              <a:defRPr sz="120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Prepared for mentor review</a:t>
            </a:r>
          </a:p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Dhruv  |  October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F89E4-8B77-4086-A033-D1414419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9527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73A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B8C32-C084-4B85-BE6F-978C9861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6EE7B7"/>
                </a:solidFill>
              </a:defRPr>
            </a:defPPr>
            <a:lvl1pPr>
              <a:defRPr sz="825" b="1" i="0">
                <a:solidFill>
                  <a:srgbClr val="6EE7B7"/>
                </a:solidFill>
              </a:defRPr>
            </a:lvl1pPr>
            <a:lvl2pPr>
              <a:defRPr sz="825" b="1" i="0">
                <a:solidFill>
                  <a:srgbClr val="6EE7B7"/>
                </a:solidFill>
              </a:defRPr>
            </a:lvl2pPr>
            <a:lvl3pPr>
              <a:defRPr sz="825" b="1" i="0">
                <a:solidFill>
                  <a:srgbClr val="6EE7B7"/>
                </a:solidFill>
              </a:defRPr>
            </a:lvl3pPr>
            <a:lvl4pPr>
              <a:defRPr sz="825" b="1" i="0">
                <a:solidFill>
                  <a:srgbClr val="6EE7B7"/>
                </a:solidFill>
              </a:defRPr>
            </a:lvl4pPr>
            <a:lvl5pPr>
              <a:defRPr sz="825" b="1" i="0">
                <a:solidFill>
                  <a:srgbClr val="6EE7B7"/>
                </a:solidFill>
              </a:defRPr>
            </a:lvl5pPr>
            <a:lvl6pPr>
              <a:defRPr sz="825" b="1" i="0">
                <a:solidFill>
                  <a:srgbClr val="6EE7B7"/>
                </a:solidFill>
              </a:defRPr>
            </a:lvl6pPr>
            <a:lvl7pPr>
              <a:defRPr sz="825" b="1" i="0">
                <a:solidFill>
                  <a:srgbClr val="6EE7B7"/>
                </a:solidFill>
              </a:defRPr>
            </a:lvl7pPr>
            <a:lvl8pPr>
              <a:defRPr sz="825" b="1" i="0">
                <a:solidFill>
                  <a:srgbClr val="6EE7B7"/>
                </a:solidFill>
              </a:defRPr>
            </a:lvl8pPr>
            <a:lvl9pPr>
              <a:defRPr sz="8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EE7B7"/>
                </a:solidFill>
              </a:defRPr>
            </a:pPr>
            <a:r>
              <a:rPr sz="825" b="1" i="0">
                <a:solidFill>
                  <a:srgbClr val="6EE7B7"/>
                </a:solidFill>
              </a:rPr>
              <a:t>Working prototype + controlled fixture evidence</a:t>
            </a:r>
          </a:p>
        </p:txBody>
      </p:sp>
    </p:spTree>
    <p:extLst>
      <p:ext uri="{BB962C8B-B14F-4D97-AF65-F5344CB8AC3E}">
        <p14:creationId xmlns:p14="http://schemas.microsoft.com/office/powerpoint/2010/main" val="242937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853938-B143-45FC-978E-7CD23537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E24D6-7A29-4196-B243-A688B9DE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EA84A-AA7D-4E56-B220-CFB09E1D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What has been built, and what the evidence supports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65829-DB94-464B-A874-4943A0E8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27C61-765B-4A8A-81B5-A805BC23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676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 i="0">
                <a:solidFill>
                  <a:srgbClr val="F8FAFC"/>
                </a:solidFill>
              </a:defRPr>
            </a:defPPr>
            <a:lvl1pPr>
              <a:defRPr sz="1875" b="1" i="0">
                <a:solidFill>
                  <a:srgbClr val="F8FAFC"/>
                </a:solidFill>
              </a:defRPr>
            </a:lvl1pPr>
            <a:lvl2pPr>
              <a:defRPr sz="1875" b="1" i="0">
                <a:solidFill>
                  <a:srgbClr val="F8FAFC"/>
                </a:solidFill>
              </a:defRPr>
            </a:lvl2pPr>
            <a:lvl3pPr>
              <a:defRPr sz="1875" b="1" i="0">
                <a:solidFill>
                  <a:srgbClr val="F8FAFC"/>
                </a:solidFill>
              </a:defRPr>
            </a:lvl3pPr>
            <a:lvl4pPr>
              <a:defRPr sz="1875" b="1" i="0">
                <a:solidFill>
                  <a:srgbClr val="F8FAFC"/>
                </a:solidFill>
              </a:defRPr>
            </a:lvl4pPr>
            <a:lvl5pPr>
              <a:defRPr sz="1875" b="1" i="0">
                <a:solidFill>
                  <a:srgbClr val="F8FAFC"/>
                </a:solidFill>
              </a:defRPr>
            </a:lvl5pPr>
            <a:lvl6pPr>
              <a:defRPr sz="1875" b="1" i="0">
                <a:solidFill>
                  <a:srgbClr val="F8FAFC"/>
                </a:solidFill>
              </a:defRPr>
            </a:lvl6pPr>
            <a:lvl7pPr>
              <a:defRPr sz="1875" b="1" i="0">
                <a:solidFill>
                  <a:srgbClr val="F8FAFC"/>
                </a:solidFill>
              </a:defRPr>
            </a:lvl7pPr>
            <a:lvl8pPr>
              <a:defRPr sz="1875" b="1" i="0">
                <a:solidFill>
                  <a:srgbClr val="F8FAFC"/>
                </a:solidFill>
              </a:defRPr>
            </a:lvl8pPr>
            <a:lvl9pPr>
              <a:defRPr sz="187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875" b="1" i="0">
                <a:solidFill>
                  <a:srgbClr val="F8FAFC"/>
                </a:solidFill>
              </a:defRPr>
            </a:pPr>
            <a:r>
              <a:rPr sz="1875" b="1" i="0">
                <a:solidFill>
                  <a:srgbClr val="F8FAFC"/>
                </a:solidFill>
              </a:rPr>
              <a:t>ShelfSense converts a planogram into a frozen audit reference, processes a shelf photograph, and produces an explainable compliance report.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D8E4D-E93E-4994-8C4C-BB7AC44E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A6F88-47F8-4C76-A604-10452C8F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86075"/>
            <a:ext cx="6191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Planogram designer stores shelf geometry in centimetres and prevents overlap or out-of-bounds placement.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0C851-E998-4764-8E84-CCFE6BB1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03F04-0471-4A67-8911-7563BE4A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19475"/>
            <a:ext cx="6191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Image pipeline detects shelf elements, extracts product crops, maps rows and positions, then matches only the shelf-scoped catalogue.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43B14-2FF6-45DC-A5DB-11878654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15E90-B928-4D82-9AE1-EAF606F2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52875"/>
            <a:ext cx="6191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Compliance report preserves evidence, locations, confidence gates, and operator dispositions.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3BB72-468E-4891-BBED-EE7A13A2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85950"/>
            <a:ext cx="3333750" cy="3000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1B22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80E3F-EBC9-40C2-84FF-95891A20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71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 i="0">
                <a:solidFill>
                  <a:srgbClr val="2DD4BF"/>
                </a:solidFill>
              </a:defRPr>
            </a:defPPr>
            <a:lvl1pPr>
              <a:defRPr sz="1125" b="1" i="0">
                <a:solidFill>
                  <a:srgbClr val="2DD4BF"/>
                </a:solidFill>
              </a:defRPr>
            </a:lvl1pPr>
            <a:lvl2pPr>
              <a:defRPr sz="1125" b="1" i="0">
                <a:solidFill>
                  <a:srgbClr val="2DD4BF"/>
                </a:solidFill>
              </a:defRPr>
            </a:lvl2pPr>
            <a:lvl3pPr>
              <a:defRPr sz="1125" b="1" i="0">
                <a:solidFill>
                  <a:srgbClr val="2DD4BF"/>
                </a:solidFill>
              </a:defRPr>
            </a:lvl3pPr>
            <a:lvl4pPr>
              <a:defRPr sz="1125" b="1" i="0">
                <a:solidFill>
                  <a:srgbClr val="2DD4BF"/>
                </a:solidFill>
              </a:defRPr>
            </a:lvl4pPr>
            <a:lvl5pPr>
              <a:defRPr sz="1125" b="1" i="0">
                <a:solidFill>
                  <a:srgbClr val="2DD4BF"/>
                </a:solidFill>
              </a:defRPr>
            </a:lvl5pPr>
            <a:lvl6pPr>
              <a:defRPr sz="1125" b="1" i="0">
                <a:solidFill>
                  <a:srgbClr val="2DD4BF"/>
                </a:solidFill>
              </a:defRPr>
            </a:lvl6pPr>
            <a:lvl7pPr>
              <a:defRPr sz="1125" b="1" i="0">
                <a:solidFill>
                  <a:srgbClr val="2DD4BF"/>
                </a:solidFill>
              </a:defRPr>
            </a:lvl7pPr>
            <a:lvl8pPr>
              <a:defRPr sz="1125" b="1" i="0">
                <a:solidFill>
                  <a:srgbClr val="2DD4BF"/>
                </a:solidFill>
              </a:defRPr>
            </a:lvl8pPr>
            <a:lvl9pPr>
              <a:defRPr sz="1125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2DD4BF"/>
                </a:solidFill>
              </a:defRPr>
            </a:pPr>
            <a:r>
              <a:rPr sz="1125" b="1" i="0">
                <a:solidFill>
                  <a:srgbClr val="2DD4BF"/>
                </a:solidFill>
              </a:rPr>
              <a:t>Verified fixture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FE80E-B161-4F20-B849-867C09BE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900" b="1" i="0">
                <a:solidFill>
                  <a:srgbClr val="F8FAFC"/>
                </a:solidFill>
              </a:defRPr>
            </a:defPPr>
            <a:lvl1pPr>
              <a:defRPr sz="3900" b="1" i="0">
                <a:solidFill>
                  <a:srgbClr val="F8FAFC"/>
                </a:solidFill>
              </a:defRPr>
            </a:lvl1pPr>
            <a:lvl2pPr>
              <a:defRPr sz="3900" b="1" i="0">
                <a:solidFill>
                  <a:srgbClr val="F8FAFC"/>
                </a:solidFill>
              </a:defRPr>
            </a:lvl2pPr>
            <a:lvl3pPr>
              <a:defRPr sz="3900" b="1" i="0">
                <a:solidFill>
                  <a:srgbClr val="F8FAFC"/>
                </a:solidFill>
              </a:defRPr>
            </a:lvl3pPr>
            <a:lvl4pPr>
              <a:defRPr sz="3900" b="1" i="0">
                <a:solidFill>
                  <a:srgbClr val="F8FAFC"/>
                </a:solidFill>
              </a:defRPr>
            </a:lvl4pPr>
            <a:lvl5pPr>
              <a:defRPr sz="3900" b="1" i="0">
                <a:solidFill>
                  <a:srgbClr val="F8FAFC"/>
                </a:solidFill>
              </a:defRPr>
            </a:lvl5pPr>
            <a:lvl6pPr>
              <a:defRPr sz="3900" b="1" i="0">
                <a:solidFill>
                  <a:srgbClr val="F8FAFC"/>
                </a:solidFill>
              </a:defRPr>
            </a:lvl6pPr>
            <a:lvl7pPr>
              <a:defRPr sz="3900" b="1" i="0">
                <a:solidFill>
                  <a:srgbClr val="F8FAFC"/>
                </a:solidFill>
              </a:defRPr>
            </a:lvl7pPr>
            <a:lvl8pPr>
              <a:defRPr sz="3900" b="1" i="0">
                <a:solidFill>
                  <a:srgbClr val="F8FAFC"/>
                </a:solidFill>
              </a:defRPr>
            </a:lvl8pPr>
            <a:lvl9pPr>
              <a:defRPr sz="39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3900" b="1" i="0">
                <a:solidFill>
                  <a:srgbClr val="F8FAFC"/>
                </a:solidFill>
              </a:defRPr>
            </a:pPr>
            <a:r>
              <a:rPr sz="3900" b="1" i="0">
                <a:solidFill>
                  <a:srgbClr val="F8FAFC"/>
                </a:solidFill>
              </a:rPr>
              <a:t>54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DE80C-2942-4501-AAD5-0545670F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81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A8B1C1"/>
                </a:solidFill>
              </a:defRPr>
            </a:defPPr>
            <a:lvl1pPr>
              <a:defRPr sz="1200" b="0" i="0">
                <a:solidFill>
                  <a:srgbClr val="A8B1C1"/>
                </a:solidFill>
              </a:defRPr>
            </a:lvl1pPr>
            <a:lvl2pPr>
              <a:defRPr sz="1200" b="0" i="0">
                <a:solidFill>
                  <a:srgbClr val="A8B1C1"/>
                </a:solidFill>
              </a:defRPr>
            </a:lvl2pPr>
            <a:lvl3pPr>
              <a:defRPr sz="1200" b="0" i="0">
                <a:solidFill>
                  <a:srgbClr val="A8B1C1"/>
                </a:solidFill>
              </a:defRPr>
            </a:lvl3pPr>
            <a:lvl4pPr>
              <a:defRPr sz="1200" b="0" i="0">
                <a:solidFill>
                  <a:srgbClr val="A8B1C1"/>
                </a:solidFill>
              </a:defRPr>
            </a:lvl4pPr>
            <a:lvl5pPr>
              <a:defRPr sz="1200" b="0" i="0">
                <a:solidFill>
                  <a:srgbClr val="A8B1C1"/>
                </a:solidFill>
              </a:defRPr>
            </a:lvl5pPr>
            <a:lvl6pPr>
              <a:defRPr sz="1200" b="0" i="0">
                <a:solidFill>
                  <a:srgbClr val="A8B1C1"/>
                </a:solidFill>
              </a:defRPr>
            </a:lvl6pPr>
            <a:lvl7pPr>
              <a:defRPr sz="1200" b="0" i="0">
                <a:solidFill>
                  <a:srgbClr val="A8B1C1"/>
                </a:solidFill>
              </a:defRPr>
            </a:lvl7pPr>
            <a:lvl8pPr>
              <a:defRPr sz="1200" b="0" i="0">
                <a:solidFill>
                  <a:srgbClr val="A8B1C1"/>
                </a:solidFill>
              </a:defRPr>
            </a:lvl8pPr>
            <a:lvl9pPr>
              <a:defRPr sz="12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A8B1C1"/>
                </a:solidFill>
              </a:defRPr>
            </a:pPr>
            <a:r>
              <a:rPr sz="1200" b="0" i="0">
                <a:solidFill>
                  <a:srgbClr val="A8B1C1"/>
                </a:solidFill>
              </a:rPr>
              <a:t>correct facings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D8C65-80EE-42A9-BF0B-72D9A5CB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76600"/>
            <a:ext cx="271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2C0B8-05E1-4212-AFC9-D88619DD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861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 i="0">
                <a:solidFill>
                  <a:srgbClr val="F59E0B"/>
                </a:solidFill>
              </a:defRPr>
            </a:defPPr>
            <a:lvl1pPr>
              <a:defRPr sz="2700" b="1" i="0">
                <a:solidFill>
                  <a:srgbClr val="F59E0B"/>
                </a:solidFill>
              </a:defRPr>
            </a:lvl1pPr>
            <a:lvl2pPr>
              <a:defRPr sz="2700" b="1" i="0">
                <a:solidFill>
                  <a:srgbClr val="F59E0B"/>
                </a:solidFill>
              </a:defRPr>
            </a:lvl2pPr>
            <a:lvl3pPr>
              <a:defRPr sz="2700" b="1" i="0">
                <a:solidFill>
                  <a:srgbClr val="F59E0B"/>
                </a:solidFill>
              </a:defRPr>
            </a:lvl3pPr>
            <a:lvl4pPr>
              <a:defRPr sz="2700" b="1" i="0">
                <a:solidFill>
                  <a:srgbClr val="F59E0B"/>
                </a:solidFill>
              </a:defRPr>
            </a:lvl4pPr>
            <a:lvl5pPr>
              <a:defRPr sz="2700" b="1" i="0">
                <a:solidFill>
                  <a:srgbClr val="F59E0B"/>
                </a:solidFill>
              </a:defRPr>
            </a:lvl5pPr>
            <a:lvl6pPr>
              <a:defRPr sz="2700" b="1" i="0">
                <a:solidFill>
                  <a:srgbClr val="F59E0B"/>
                </a:solidFill>
              </a:defRPr>
            </a:lvl6pPr>
            <a:lvl7pPr>
              <a:defRPr sz="2700" b="1" i="0">
                <a:solidFill>
                  <a:srgbClr val="F59E0B"/>
                </a:solidFill>
              </a:defRPr>
            </a:lvl7pPr>
            <a:lvl8pPr>
              <a:defRPr sz="2700" b="1" i="0">
                <a:solidFill>
                  <a:srgbClr val="F59E0B"/>
                </a:solidFill>
              </a:defRPr>
            </a:lvl8pPr>
            <a:lvl9pPr>
              <a:defRPr sz="270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2700" b="1" i="0">
                <a:solidFill>
                  <a:srgbClr val="F59E0B"/>
                </a:solidFill>
              </a:defRPr>
            </a:pPr>
            <a:r>
              <a:rPr sz="2700" b="1" i="0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EDCF2-C50F-491F-A3F9-85DB2302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718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misplaced Yellow Lays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87D58-2578-43E9-9E95-7ECC8DCA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71925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 i="0">
                <a:solidFill>
                  <a:srgbClr val="FB7185"/>
                </a:solidFill>
              </a:defRPr>
            </a:defPPr>
            <a:lvl1pPr>
              <a:defRPr sz="2700" b="1" i="0">
                <a:solidFill>
                  <a:srgbClr val="FB7185"/>
                </a:solidFill>
              </a:defRPr>
            </a:lvl1pPr>
            <a:lvl2pPr>
              <a:defRPr sz="2700" b="1" i="0">
                <a:solidFill>
                  <a:srgbClr val="FB7185"/>
                </a:solidFill>
              </a:defRPr>
            </a:lvl2pPr>
            <a:lvl3pPr>
              <a:defRPr sz="2700" b="1" i="0">
                <a:solidFill>
                  <a:srgbClr val="FB7185"/>
                </a:solidFill>
              </a:defRPr>
            </a:lvl3pPr>
            <a:lvl4pPr>
              <a:defRPr sz="2700" b="1" i="0">
                <a:solidFill>
                  <a:srgbClr val="FB7185"/>
                </a:solidFill>
              </a:defRPr>
            </a:lvl4pPr>
            <a:lvl5pPr>
              <a:defRPr sz="2700" b="1" i="0">
                <a:solidFill>
                  <a:srgbClr val="FB7185"/>
                </a:solidFill>
              </a:defRPr>
            </a:lvl5pPr>
            <a:lvl6pPr>
              <a:defRPr sz="2700" b="1" i="0">
                <a:solidFill>
                  <a:srgbClr val="FB7185"/>
                </a:solidFill>
              </a:defRPr>
            </a:lvl6pPr>
            <a:lvl7pPr>
              <a:defRPr sz="2700" b="1" i="0">
                <a:solidFill>
                  <a:srgbClr val="FB7185"/>
                </a:solidFill>
              </a:defRPr>
            </a:lvl7pPr>
            <a:lvl8pPr>
              <a:defRPr sz="2700" b="1" i="0">
                <a:solidFill>
                  <a:srgbClr val="FB7185"/>
                </a:solidFill>
              </a:defRPr>
            </a:lvl8pPr>
            <a:lvl9pPr>
              <a:defRPr sz="2700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2700" b="1" i="0">
                <a:solidFill>
                  <a:srgbClr val="FB7185"/>
                </a:solidFill>
              </a:defRPr>
            </a:pPr>
            <a:r>
              <a:rPr sz="2700" b="1" i="0">
                <a:solidFill>
                  <a:srgbClr val="FB7185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0545A-F4D1-4ABC-ABC5-06917848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576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empty facing detected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185888-11F5-4AE2-936F-7980C83B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101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10 low-confidence boxes withheld from identity and quantity decisions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E5268-1E58-45B4-8120-07D3B69E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91125"/>
            <a:ext cx="25527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33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C32EDF-DF83-4577-8943-276A65E5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38750"/>
            <a:ext cx="236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F59E0B"/>
                </a:solidFill>
              </a:defRPr>
            </a:defPPr>
            <a:lvl1pPr>
              <a:defRPr sz="825" b="1" i="0">
                <a:solidFill>
                  <a:srgbClr val="F59E0B"/>
                </a:solidFill>
              </a:defRPr>
            </a:lvl1pPr>
            <a:lvl2pPr>
              <a:defRPr sz="825" b="1" i="0">
                <a:solidFill>
                  <a:srgbClr val="F59E0B"/>
                </a:solidFill>
              </a:defRPr>
            </a:lvl2pPr>
            <a:lvl3pPr>
              <a:defRPr sz="825" b="1" i="0">
                <a:solidFill>
                  <a:srgbClr val="F59E0B"/>
                </a:solidFill>
              </a:defRPr>
            </a:lvl3pPr>
            <a:lvl4pPr>
              <a:defRPr sz="825" b="1" i="0">
                <a:solidFill>
                  <a:srgbClr val="F59E0B"/>
                </a:solidFill>
              </a:defRPr>
            </a:lvl4pPr>
            <a:lvl5pPr>
              <a:defRPr sz="825" b="1" i="0">
                <a:solidFill>
                  <a:srgbClr val="F59E0B"/>
                </a:solidFill>
              </a:defRPr>
            </a:lvl5pPr>
            <a:lvl6pPr>
              <a:defRPr sz="825" b="1" i="0">
                <a:solidFill>
                  <a:srgbClr val="F59E0B"/>
                </a:solidFill>
              </a:defRPr>
            </a:lvl6pPr>
            <a:lvl7pPr>
              <a:defRPr sz="825" b="1" i="0">
                <a:solidFill>
                  <a:srgbClr val="F59E0B"/>
                </a:solidFill>
              </a:defRPr>
            </a:lvl7pPr>
            <a:lvl8pPr>
              <a:defRPr sz="825" b="1" i="0">
                <a:solidFill>
                  <a:srgbClr val="F59E0B"/>
                </a:solidFill>
              </a:defRPr>
            </a:lvl8pPr>
            <a:lvl9pPr>
              <a:defRPr sz="82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F59E0B"/>
                </a:solidFill>
              </a:defRPr>
            </a:pPr>
            <a:r>
              <a:rPr sz="825" b="1" i="0">
                <a:solidFill>
                  <a:srgbClr val="F59E0B"/>
                </a:solidFill>
              </a:rPr>
              <a:t>Status: implemented, thresholds provisional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E7D1F-98F2-4991-B416-22586926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869B99-BA4C-47E1-BC79-6C600A45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02  /  16</a:t>
            </a:r>
          </a:p>
        </p:txBody>
      </p:sp>
    </p:spTree>
    <p:extLst>
      <p:ext uri="{BB962C8B-B14F-4D97-AF65-F5344CB8AC3E}">
        <p14:creationId xmlns:p14="http://schemas.microsoft.com/office/powerpoint/2010/main" val="1830372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F4BAB-AFDF-47C8-B32B-49AF8A25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420F1-1B48-4F55-9CAD-70BD4D80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Problem statement and 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8FFD9-BC87-449B-97C2-1D1372A3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A shelf photo contains visual evidence. A planogram contains physical expectations. Compliance requires a defensible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1DE02-CA5C-4ECD-8C41-FE4CDD47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D6B91-9E28-4638-A87C-F61088A1AC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8d4875d1b4041"/>
          <a:srcRect xmlns:a="http://schemas.openxmlformats.org/drawingml/2006/main" l="0" t="10190" r="0" b="101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28800"/>
            <a:ext cx="3333750" cy="39814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864D9-3726-4135-99AC-A140A25B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 i="0">
                <a:solidFill>
                  <a:srgbClr val="E2E8F0"/>
                </a:solidFill>
              </a:defRPr>
            </a:defPPr>
            <a:lvl1pPr>
              <a:defRPr sz="1125" b="1" i="0">
                <a:solidFill>
                  <a:srgbClr val="E2E8F0"/>
                </a:solidFill>
              </a:defRPr>
            </a:lvl1pPr>
            <a:lvl2pPr>
              <a:defRPr sz="1125" b="1" i="0">
                <a:solidFill>
                  <a:srgbClr val="E2E8F0"/>
                </a:solidFill>
              </a:defRPr>
            </a:lvl2pPr>
            <a:lvl3pPr>
              <a:defRPr sz="1125" b="1" i="0">
                <a:solidFill>
                  <a:srgbClr val="E2E8F0"/>
                </a:solidFill>
              </a:defRPr>
            </a:lvl3pPr>
            <a:lvl4pPr>
              <a:defRPr sz="1125" b="1" i="0">
                <a:solidFill>
                  <a:srgbClr val="E2E8F0"/>
                </a:solidFill>
              </a:defRPr>
            </a:lvl4pPr>
            <a:lvl5pPr>
              <a:defRPr sz="1125" b="1" i="0">
                <a:solidFill>
                  <a:srgbClr val="E2E8F0"/>
                </a:solidFill>
              </a:defRPr>
            </a:lvl5pPr>
            <a:lvl6pPr>
              <a:defRPr sz="1125" b="1" i="0">
                <a:solidFill>
                  <a:srgbClr val="E2E8F0"/>
                </a:solidFill>
              </a:defRPr>
            </a:lvl6pPr>
            <a:lvl7pPr>
              <a:defRPr sz="1125" b="1" i="0">
                <a:solidFill>
                  <a:srgbClr val="E2E8F0"/>
                </a:solidFill>
              </a:defRPr>
            </a:lvl7pPr>
            <a:lvl8pPr>
              <a:defRPr sz="1125" b="1" i="0">
                <a:solidFill>
                  <a:srgbClr val="E2E8F0"/>
                </a:solidFill>
              </a:defRPr>
            </a:lvl8pPr>
            <a:lvl9pPr>
              <a:defRPr sz="1125" b="1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E2E8F0"/>
                </a:solidFill>
              </a:defRPr>
            </a:pPr>
            <a:r>
              <a:rPr sz="1125" b="1" i="0">
                <a:solidFill>
                  <a:srgbClr val="E2E8F0"/>
                </a:solidFill>
              </a:rPr>
              <a:t>Observed shelf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906F8-03C2-4C81-A308-5FFD1A24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9775"/>
            <a:ext cx="19050" cy="3486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4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276FD-3839-496B-B5BF-A61E1D87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4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 i="0">
                <a:solidFill>
                  <a:srgbClr val="F8FAFC"/>
                </a:solidFill>
              </a:defRPr>
            </a:defPPr>
            <a:lvl1pPr>
              <a:defRPr sz="1725" b="1" i="0">
                <a:solidFill>
                  <a:srgbClr val="F8FAFC"/>
                </a:solidFill>
              </a:defRPr>
            </a:lvl1pPr>
            <a:lvl2pPr>
              <a:defRPr sz="1725" b="1" i="0">
                <a:solidFill>
                  <a:srgbClr val="F8FAFC"/>
                </a:solidFill>
              </a:defRPr>
            </a:lvl2pPr>
            <a:lvl3pPr>
              <a:defRPr sz="1725" b="1" i="0">
                <a:solidFill>
                  <a:srgbClr val="F8FAFC"/>
                </a:solidFill>
              </a:defRPr>
            </a:lvl3pPr>
            <a:lvl4pPr>
              <a:defRPr sz="1725" b="1" i="0">
                <a:solidFill>
                  <a:srgbClr val="F8FAFC"/>
                </a:solidFill>
              </a:defRPr>
            </a:lvl4pPr>
            <a:lvl5pPr>
              <a:defRPr sz="1725" b="1" i="0">
                <a:solidFill>
                  <a:srgbClr val="F8FAFC"/>
                </a:solidFill>
              </a:defRPr>
            </a:lvl5pPr>
            <a:lvl6pPr>
              <a:defRPr sz="1725" b="1" i="0">
                <a:solidFill>
                  <a:srgbClr val="F8FAFC"/>
                </a:solidFill>
              </a:defRPr>
            </a:lvl6pPr>
            <a:lvl7pPr>
              <a:defRPr sz="1725" b="1" i="0">
                <a:solidFill>
                  <a:srgbClr val="F8FAFC"/>
                </a:solidFill>
              </a:defRPr>
            </a:lvl7pPr>
            <a:lvl8pPr>
              <a:defRPr sz="1725" b="1" i="0">
                <a:solidFill>
                  <a:srgbClr val="F8FAFC"/>
                </a:solidFill>
              </a:defRPr>
            </a:lvl8pPr>
            <a:lvl9pPr>
              <a:defRPr sz="17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Why this is difficult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6CA3B-8733-401F-BEB0-396A44AD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288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CD835-341A-467A-A38D-26C61BF8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52675"/>
            <a:ext cx="5810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A detector can locate packaging without proving the exact catalogue identity.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AE8ED-DAAC-4D4D-B64D-98FBE530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765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AAE94-86A7-411B-84F9-D2C3F8A9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00375"/>
            <a:ext cx="5810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Rows and x-positions in pixels must align with an expected physical shelf layout.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B3F5B-57EF-45D6-AC94-28985AEA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242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A7D5B-33D6-4482-996C-2EB21315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48075"/>
            <a:ext cx="5810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Lookalike packaging, occlusion, perspective, and low-confidence detections must remain reviewable rather than turn into false alerts.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6A3A9-30A8-4A7A-A3D9-B2014695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91050"/>
            <a:ext cx="5381625" cy="828675"/>
          </a:xfrm>
          <a:prstGeom xmlns:a="http://schemas.openxmlformats.org/drawingml/2006/main" prst="roundRect">
            <a:avLst>
              <a:gd name="adj" fmla="val 16092"/>
            </a:avLst>
          </a:prstGeom>
          <a:solidFill xmlns:a="http://schemas.openxmlformats.org/drawingml/2006/main">
            <a:srgbClr val="16222B"/>
          </a:solidFill>
          <a:ln xmlns:a="http://schemas.openxmlformats.org/drawingml/2006/main" w="9525">
            <a:solidFill>
              <a:srgbClr val="2842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89305-7EFE-42DD-8046-F263F87B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720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 i="0">
                <a:solidFill>
                  <a:srgbClr val="2DD4BF"/>
                </a:solidFill>
              </a:defRPr>
            </a:defPPr>
            <a:lvl1pPr>
              <a:defRPr sz="975" b="1" i="0">
                <a:solidFill>
                  <a:srgbClr val="2DD4BF"/>
                </a:solidFill>
              </a:defRPr>
            </a:lvl1pPr>
            <a:lvl2pPr>
              <a:defRPr sz="975" b="1" i="0">
                <a:solidFill>
                  <a:srgbClr val="2DD4BF"/>
                </a:solidFill>
              </a:defRPr>
            </a:lvl2pPr>
            <a:lvl3pPr>
              <a:defRPr sz="975" b="1" i="0">
                <a:solidFill>
                  <a:srgbClr val="2DD4BF"/>
                </a:solidFill>
              </a:defRPr>
            </a:lvl3pPr>
            <a:lvl4pPr>
              <a:defRPr sz="975" b="1" i="0">
                <a:solidFill>
                  <a:srgbClr val="2DD4BF"/>
                </a:solidFill>
              </a:defRPr>
            </a:lvl4pPr>
            <a:lvl5pPr>
              <a:defRPr sz="975" b="1" i="0">
                <a:solidFill>
                  <a:srgbClr val="2DD4BF"/>
                </a:solidFill>
              </a:defRPr>
            </a:lvl5pPr>
            <a:lvl6pPr>
              <a:defRPr sz="975" b="1" i="0">
                <a:solidFill>
                  <a:srgbClr val="2DD4BF"/>
                </a:solidFill>
              </a:defRPr>
            </a:lvl6pPr>
            <a:lvl7pPr>
              <a:defRPr sz="975" b="1" i="0">
                <a:solidFill>
                  <a:srgbClr val="2DD4BF"/>
                </a:solidFill>
              </a:defRPr>
            </a:lvl7pPr>
            <a:lvl8pPr>
              <a:defRPr sz="975" b="1" i="0">
                <a:solidFill>
                  <a:srgbClr val="2DD4BF"/>
                </a:solidFill>
              </a:defRPr>
            </a:lvl8pPr>
            <a:lvl9pPr>
              <a:defRPr sz="975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2DD4BF"/>
                </a:solidFill>
              </a:defRPr>
            </a:pPr>
            <a:r>
              <a:rPr sz="975" b="1" i="0">
                <a:solidFill>
                  <a:srgbClr val="2DD4BF"/>
                </a:solidFill>
              </a:rPr>
              <a:t>Decision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28116-D0FA-4910-A8B2-A3B0C4C0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29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Claim “missing” or “misplaced” only when identity and calibrated position support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22A2A-045A-4CD3-8324-E94B73E7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15DE1-1E05-4650-9650-D8A3AF65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03  /  16</a:t>
            </a:r>
          </a:p>
        </p:txBody>
      </p:sp>
    </p:spTree>
    <p:extLst>
      <p:ext uri="{BB962C8B-B14F-4D97-AF65-F5344CB8AC3E}">
        <p14:creationId xmlns:p14="http://schemas.microsoft.com/office/powerpoint/2010/main" val="1423292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6F434B-8DB7-4ECF-83F1-121224F7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4809B-6E5C-41DF-9892-9C96D70D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Feature-status inventory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0437B-3722-4D3D-B19A-FAB80498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The presentation separates production code, controlled-fixture evidence, and open validation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751C4-6A4F-475F-8280-1D2B4F59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83C33-75A5-4F0C-AB5B-8EF967B9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 i="0">
                <a:solidFill>
                  <a:srgbClr val="A8B1C1"/>
                </a:solidFill>
              </a:defRPr>
            </a:defPPr>
            <a:lvl1pPr>
              <a:defRPr sz="1125" b="1" i="0">
                <a:solidFill>
                  <a:srgbClr val="A8B1C1"/>
                </a:solidFill>
              </a:defRPr>
            </a:lvl1pPr>
            <a:lvl2pPr>
              <a:defRPr sz="1125" b="1" i="0">
                <a:solidFill>
                  <a:srgbClr val="A8B1C1"/>
                </a:solidFill>
              </a:defRPr>
            </a:lvl2pPr>
            <a:lvl3pPr>
              <a:defRPr sz="1125" b="1" i="0">
                <a:solidFill>
                  <a:srgbClr val="A8B1C1"/>
                </a:solidFill>
              </a:defRPr>
            </a:lvl3pPr>
            <a:lvl4pPr>
              <a:defRPr sz="1125" b="1" i="0">
                <a:solidFill>
                  <a:srgbClr val="A8B1C1"/>
                </a:solidFill>
              </a:defRPr>
            </a:lvl4pPr>
            <a:lvl5pPr>
              <a:defRPr sz="1125" b="1" i="0">
                <a:solidFill>
                  <a:srgbClr val="A8B1C1"/>
                </a:solidFill>
              </a:defRPr>
            </a:lvl5pPr>
            <a:lvl6pPr>
              <a:defRPr sz="1125" b="1" i="0">
                <a:solidFill>
                  <a:srgbClr val="A8B1C1"/>
                </a:solidFill>
              </a:defRPr>
            </a:lvl6pPr>
            <a:lvl7pPr>
              <a:defRPr sz="1125" b="1" i="0">
                <a:solidFill>
                  <a:srgbClr val="A8B1C1"/>
                </a:solidFill>
              </a:defRPr>
            </a:lvl7pPr>
            <a:lvl8pPr>
              <a:defRPr sz="1125" b="1" i="0">
                <a:solidFill>
                  <a:srgbClr val="A8B1C1"/>
                </a:solidFill>
              </a:defRPr>
            </a:lvl8pPr>
            <a:lvl9pPr>
              <a:defRPr sz="1125" b="1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A8B1C1"/>
                </a:solidFill>
              </a:defRPr>
            </a:pPr>
            <a:r>
              <a:rPr sz="1125" b="1" i="0">
                <a:solidFill>
                  <a:srgbClr val="A8B1C1"/>
                </a:solidFill>
              </a:rPr>
              <a:t>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5D68B-13F4-456E-A99D-2455725E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 i="0">
                <a:solidFill>
                  <a:srgbClr val="A8B1C1"/>
                </a:solidFill>
              </a:defRPr>
            </a:defPPr>
            <a:lvl1pPr>
              <a:defRPr sz="1125" b="1" i="0">
                <a:solidFill>
                  <a:srgbClr val="A8B1C1"/>
                </a:solidFill>
              </a:defRPr>
            </a:lvl1pPr>
            <a:lvl2pPr>
              <a:defRPr sz="1125" b="1" i="0">
                <a:solidFill>
                  <a:srgbClr val="A8B1C1"/>
                </a:solidFill>
              </a:defRPr>
            </a:lvl2pPr>
            <a:lvl3pPr>
              <a:defRPr sz="1125" b="1" i="0">
                <a:solidFill>
                  <a:srgbClr val="A8B1C1"/>
                </a:solidFill>
              </a:defRPr>
            </a:lvl3pPr>
            <a:lvl4pPr>
              <a:defRPr sz="1125" b="1" i="0">
                <a:solidFill>
                  <a:srgbClr val="A8B1C1"/>
                </a:solidFill>
              </a:defRPr>
            </a:lvl4pPr>
            <a:lvl5pPr>
              <a:defRPr sz="1125" b="1" i="0">
                <a:solidFill>
                  <a:srgbClr val="A8B1C1"/>
                </a:solidFill>
              </a:defRPr>
            </a:lvl5pPr>
            <a:lvl6pPr>
              <a:defRPr sz="1125" b="1" i="0">
                <a:solidFill>
                  <a:srgbClr val="A8B1C1"/>
                </a:solidFill>
              </a:defRPr>
            </a:lvl6pPr>
            <a:lvl7pPr>
              <a:defRPr sz="1125" b="1" i="0">
                <a:solidFill>
                  <a:srgbClr val="A8B1C1"/>
                </a:solidFill>
              </a:defRPr>
            </a:lvl7pPr>
            <a:lvl8pPr>
              <a:defRPr sz="1125" b="1" i="0">
                <a:solidFill>
                  <a:srgbClr val="A8B1C1"/>
                </a:solidFill>
              </a:defRPr>
            </a:lvl8pPr>
            <a:lvl9pPr>
              <a:defRPr sz="1125" b="1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A8B1C1"/>
                </a:solidFill>
              </a:defRPr>
            </a:pPr>
            <a:r>
              <a:rPr sz="1125" b="1" i="0">
                <a:solidFill>
                  <a:srgbClr val="A8B1C1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D765A-1F09-4AF2-B8D8-207CE93D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857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 i="0">
                <a:solidFill>
                  <a:srgbClr val="A8B1C1"/>
                </a:solidFill>
              </a:defRPr>
            </a:defPPr>
            <a:lvl1pPr>
              <a:defRPr sz="1125" b="1" i="0">
                <a:solidFill>
                  <a:srgbClr val="A8B1C1"/>
                </a:solidFill>
              </a:defRPr>
            </a:lvl1pPr>
            <a:lvl2pPr>
              <a:defRPr sz="1125" b="1" i="0">
                <a:solidFill>
                  <a:srgbClr val="A8B1C1"/>
                </a:solidFill>
              </a:defRPr>
            </a:lvl2pPr>
            <a:lvl3pPr>
              <a:defRPr sz="1125" b="1" i="0">
                <a:solidFill>
                  <a:srgbClr val="A8B1C1"/>
                </a:solidFill>
              </a:defRPr>
            </a:lvl3pPr>
            <a:lvl4pPr>
              <a:defRPr sz="1125" b="1" i="0">
                <a:solidFill>
                  <a:srgbClr val="A8B1C1"/>
                </a:solidFill>
              </a:defRPr>
            </a:lvl4pPr>
            <a:lvl5pPr>
              <a:defRPr sz="1125" b="1" i="0">
                <a:solidFill>
                  <a:srgbClr val="A8B1C1"/>
                </a:solidFill>
              </a:defRPr>
            </a:lvl5pPr>
            <a:lvl6pPr>
              <a:defRPr sz="1125" b="1" i="0">
                <a:solidFill>
                  <a:srgbClr val="A8B1C1"/>
                </a:solidFill>
              </a:defRPr>
            </a:lvl6pPr>
            <a:lvl7pPr>
              <a:defRPr sz="1125" b="1" i="0">
                <a:solidFill>
                  <a:srgbClr val="A8B1C1"/>
                </a:solidFill>
              </a:defRPr>
            </a:lvl7pPr>
            <a:lvl8pPr>
              <a:defRPr sz="1125" b="1" i="0">
                <a:solidFill>
                  <a:srgbClr val="A8B1C1"/>
                </a:solidFill>
              </a:defRPr>
            </a:lvl8pPr>
            <a:lvl9pPr>
              <a:defRPr sz="1125" b="1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A8B1C1"/>
                </a:solidFill>
              </a:defRPr>
            </a:pPr>
            <a:r>
              <a:rPr sz="1125" b="1" i="0">
                <a:solidFill>
                  <a:srgbClr val="A8B1C1"/>
                </a:solidFill>
              </a:rPr>
              <a:t>Evidence / caveat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DE6EF-2332-4654-ACB6-02970AD6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40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0F803-DD50-4163-9308-7A27E1AB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2672C-C296-4CFC-A7E5-D9231187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Planogram designer and cm-based placement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66309-1992-44BD-8ECB-7894415E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52675"/>
            <a:ext cx="12382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63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C6B5D-47B1-44BA-9DDA-9CE79A74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6EE7B7"/>
                </a:solidFill>
              </a:defRPr>
            </a:defPPr>
            <a:lvl1pPr>
              <a:defRPr sz="825" b="1" i="0">
                <a:solidFill>
                  <a:srgbClr val="6EE7B7"/>
                </a:solidFill>
              </a:defRPr>
            </a:lvl1pPr>
            <a:lvl2pPr>
              <a:defRPr sz="825" b="1" i="0">
                <a:solidFill>
                  <a:srgbClr val="6EE7B7"/>
                </a:solidFill>
              </a:defRPr>
            </a:lvl2pPr>
            <a:lvl3pPr>
              <a:defRPr sz="825" b="1" i="0">
                <a:solidFill>
                  <a:srgbClr val="6EE7B7"/>
                </a:solidFill>
              </a:defRPr>
            </a:lvl3pPr>
            <a:lvl4pPr>
              <a:defRPr sz="825" b="1" i="0">
                <a:solidFill>
                  <a:srgbClr val="6EE7B7"/>
                </a:solidFill>
              </a:defRPr>
            </a:lvl4pPr>
            <a:lvl5pPr>
              <a:defRPr sz="825" b="1" i="0">
                <a:solidFill>
                  <a:srgbClr val="6EE7B7"/>
                </a:solidFill>
              </a:defRPr>
            </a:lvl5pPr>
            <a:lvl6pPr>
              <a:defRPr sz="825" b="1" i="0">
                <a:solidFill>
                  <a:srgbClr val="6EE7B7"/>
                </a:solidFill>
              </a:defRPr>
            </a:lvl6pPr>
            <a:lvl7pPr>
              <a:defRPr sz="825" b="1" i="0">
                <a:solidFill>
                  <a:srgbClr val="6EE7B7"/>
                </a:solidFill>
              </a:defRPr>
            </a:lvl7pPr>
            <a:lvl8pPr>
              <a:defRPr sz="825" b="1" i="0">
                <a:solidFill>
                  <a:srgbClr val="6EE7B7"/>
                </a:solidFill>
              </a:defRPr>
            </a:lvl8pPr>
            <a:lvl9pPr>
              <a:defRPr sz="8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EE7B7"/>
                </a:solidFill>
              </a:defRPr>
            </a:pPr>
            <a:r>
              <a:rPr sz="825" b="1" i="0">
                <a:solidFill>
                  <a:srgbClr val="6EE7B7"/>
                </a:solidFill>
              </a:rPr>
              <a:t>Implemented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ABE25-803C-49B4-A479-02A3BA6E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622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FastAPI, SQLite, Next.js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6B35C-4EC9-4E2B-8989-571FA906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YOLO product, empty-space and row parsing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D614AA-6F8D-4633-8A64-CDB3208D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86075"/>
            <a:ext cx="12382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63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3F20D-581D-4E14-B548-D1FAC509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6EE7B7"/>
                </a:solidFill>
              </a:defRPr>
            </a:defPPr>
            <a:lvl1pPr>
              <a:defRPr sz="825" b="1" i="0">
                <a:solidFill>
                  <a:srgbClr val="6EE7B7"/>
                </a:solidFill>
              </a:defRPr>
            </a:lvl1pPr>
            <a:lvl2pPr>
              <a:defRPr sz="825" b="1" i="0">
                <a:solidFill>
                  <a:srgbClr val="6EE7B7"/>
                </a:solidFill>
              </a:defRPr>
            </a:lvl2pPr>
            <a:lvl3pPr>
              <a:defRPr sz="825" b="1" i="0">
                <a:solidFill>
                  <a:srgbClr val="6EE7B7"/>
                </a:solidFill>
              </a:defRPr>
            </a:lvl3pPr>
            <a:lvl4pPr>
              <a:defRPr sz="825" b="1" i="0">
                <a:solidFill>
                  <a:srgbClr val="6EE7B7"/>
                </a:solidFill>
              </a:defRPr>
            </a:lvl4pPr>
            <a:lvl5pPr>
              <a:defRPr sz="825" b="1" i="0">
                <a:solidFill>
                  <a:srgbClr val="6EE7B7"/>
                </a:solidFill>
              </a:defRPr>
            </a:lvl5pPr>
            <a:lvl6pPr>
              <a:defRPr sz="825" b="1" i="0">
                <a:solidFill>
                  <a:srgbClr val="6EE7B7"/>
                </a:solidFill>
              </a:defRPr>
            </a:lvl6pPr>
            <a:lvl7pPr>
              <a:defRPr sz="825" b="1" i="0">
                <a:solidFill>
                  <a:srgbClr val="6EE7B7"/>
                </a:solidFill>
              </a:defRPr>
            </a:lvl7pPr>
            <a:lvl8pPr>
              <a:defRPr sz="825" b="1" i="0">
                <a:solidFill>
                  <a:srgbClr val="6EE7B7"/>
                </a:solidFill>
              </a:defRPr>
            </a:lvl8pPr>
            <a:lvl9pPr>
              <a:defRPr sz="8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EE7B7"/>
                </a:solidFill>
              </a:defRPr>
            </a:pPr>
            <a:r>
              <a:rPr sz="825" b="1" i="0">
                <a:solidFill>
                  <a:srgbClr val="6EE7B7"/>
                </a:solidFill>
              </a:rPr>
              <a:t>Implemented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79525-1995-4C1D-B79D-0ECA4063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956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Weights and inference pipeline present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F4E67-7DE7-4D5D-84AB-1A5EFD06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F9C21-6D44-4DF6-9A6E-A5B9DB11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Cutouts, shelf-scoped CLIP matching, cluster consensus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838813-413A-4AEB-ADEE-C9AA1324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19475"/>
            <a:ext cx="12382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63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9E41ED-9568-481A-8CD0-BB0B88C8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6EE7B7"/>
                </a:solidFill>
              </a:defRPr>
            </a:defPPr>
            <a:lvl1pPr>
              <a:defRPr sz="825" b="1" i="0">
                <a:solidFill>
                  <a:srgbClr val="6EE7B7"/>
                </a:solidFill>
              </a:defRPr>
            </a:lvl1pPr>
            <a:lvl2pPr>
              <a:defRPr sz="825" b="1" i="0">
                <a:solidFill>
                  <a:srgbClr val="6EE7B7"/>
                </a:solidFill>
              </a:defRPr>
            </a:lvl2pPr>
            <a:lvl3pPr>
              <a:defRPr sz="825" b="1" i="0">
                <a:solidFill>
                  <a:srgbClr val="6EE7B7"/>
                </a:solidFill>
              </a:defRPr>
            </a:lvl3pPr>
            <a:lvl4pPr>
              <a:defRPr sz="825" b="1" i="0">
                <a:solidFill>
                  <a:srgbClr val="6EE7B7"/>
                </a:solidFill>
              </a:defRPr>
            </a:lvl4pPr>
            <a:lvl5pPr>
              <a:defRPr sz="825" b="1" i="0">
                <a:solidFill>
                  <a:srgbClr val="6EE7B7"/>
                </a:solidFill>
              </a:defRPr>
            </a:lvl5pPr>
            <a:lvl6pPr>
              <a:defRPr sz="825" b="1" i="0">
                <a:solidFill>
                  <a:srgbClr val="6EE7B7"/>
                </a:solidFill>
              </a:defRPr>
            </a:lvl6pPr>
            <a:lvl7pPr>
              <a:defRPr sz="825" b="1" i="0">
                <a:solidFill>
                  <a:srgbClr val="6EE7B7"/>
                </a:solidFill>
              </a:defRPr>
            </a:lvl7pPr>
            <a:lvl8pPr>
              <a:defRPr sz="825" b="1" i="0">
                <a:solidFill>
                  <a:srgbClr val="6EE7B7"/>
                </a:solidFill>
              </a:defRPr>
            </a:lvl8pPr>
            <a:lvl9pPr>
              <a:defRPr sz="8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EE7B7"/>
                </a:solidFill>
              </a:defRPr>
            </a:pPr>
            <a:r>
              <a:rPr sz="825" b="1" i="0">
                <a:solidFill>
                  <a:srgbClr val="6EE7B7"/>
                </a:solidFill>
              </a:rPr>
              <a:t>Implemented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E9580-8FE6-47F1-A4C9-5EAAC42B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4290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Thresholds remain provisional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58292-E085-4BBE-A0CB-B01E6244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Row/x-coordinate mapping and audit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02E14-ADED-4A34-88C2-023A1DA1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52875"/>
            <a:ext cx="12382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63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62D5D6-4FA8-422E-83E9-F95EA3F0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6EE7B7"/>
                </a:solidFill>
              </a:defRPr>
            </a:defPPr>
            <a:lvl1pPr>
              <a:defRPr sz="825" b="1" i="0">
                <a:solidFill>
                  <a:srgbClr val="6EE7B7"/>
                </a:solidFill>
              </a:defRPr>
            </a:lvl1pPr>
            <a:lvl2pPr>
              <a:defRPr sz="825" b="1" i="0">
                <a:solidFill>
                  <a:srgbClr val="6EE7B7"/>
                </a:solidFill>
              </a:defRPr>
            </a:lvl2pPr>
            <a:lvl3pPr>
              <a:defRPr sz="825" b="1" i="0">
                <a:solidFill>
                  <a:srgbClr val="6EE7B7"/>
                </a:solidFill>
              </a:defRPr>
            </a:lvl3pPr>
            <a:lvl4pPr>
              <a:defRPr sz="825" b="1" i="0">
                <a:solidFill>
                  <a:srgbClr val="6EE7B7"/>
                </a:solidFill>
              </a:defRPr>
            </a:lvl4pPr>
            <a:lvl5pPr>
              <a:defRPr sz="825" b="1" i="0">
                <a:solidFill>
                  <a:srgbClr val="6EE7B7"/>
                </a:solidFill>
              </a:defRPr>
            </a:lvl5pPr>
            <a:lvl6pPr>
              <a:defRPr sz="825" b="1" i="0">
                <a:solidFill>
                  <a:srgbClr val="6EE7B7"/>
                </a:solidFill>
              </a:defRPr>
            </a:lvl6pPr>
            <a:lvl7pPr>
              <a:defRPr sz="825" b="1" i="0">
                <a:solidFill>
                  <a:srgbClr val="6EE7B7"/>
                </a:solidFill>
              </a:defRPr>
            </a:lvl7pPr>
            <a:lvl8pPr>
              <a:defRPr sz="825" b="1" i="0">
                <a:solidFill>
                  <a:srgbClr val="6EE7B7"/>
                </a:solidFill>
              </a:defRPr>
            </a:lvl8pPr>
            <a:lvl9pPr>
              <a:defRPr sz="8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EE7B7"/>
                </a:solidFill>
              </a:defRPr>
            </a:pPr>
            <a:r>
              <a:rPr sz="825" b="1" i="0">
                <a:solidFill>
                  <a:srgbClr val="6EE7B7"/>
                </a:solidFill>
              </a:rPr>
              <a:t>Implemented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3A825-D684-4FD5-A0B1-9BC03A08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9624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Controlled fixture covered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8D53C8-1344-42D6-96CE-5EF3E957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FE69E4-7F57-4E7A-8533-D3A21352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F8FAFC"/>
                </a:solidFill>
              </a:defRPr>
            </a:defPPr>
            <a:lvl1pPr>
              <a:defRPr sz="1200" b="0" i="0">
                <a:solidFill>
                  <a:srgbClr val="F8FAFC"/>
                </a:solidFill>
              </a:defRPr>
            </a:lvl1pPr>
            <a:lvl2pPr>
              <a:defRPr sz="1200" b="0" i="0">
                <a:solidFill>
                  <a:srgbClr val="F8FAFC"/>
                </a:solidFill>
              </a:defRPr>
            </a:lvl2pPr>
            <a:lvl3pPr>
              <a:defRPr sz="1200" b="0" i="0">
                <a:solidFill>
                  <a:srgbClr val="F8FAFC"/>
                </a:solidFill>
              </a:defRPr>
            </a:lvl3pPr>
            <a:lvl4pPr>
              <a:defRPr sz="1200" b="0" i="0">
                <a:solidFill>
                  <a:srgbClr val="F8FAFC"/>
                </a:solidFill>
              </a:defRPr>
            </a:lvl4pPr>
            <a:lvl5pPr>
              <a:defRPr sz="1200" b="0" i="0">
                <a:solidFill>
                  <a:srgbClr val="F8FAFC"/>
                </a:solidFill>
              </a:defRPr>
            </a:lvl5pPr>
            <a:lvl6pPr>
              <a:defRPr sz="1200" b="0" i="0">
                <a:solidFill>
                  <a:srgbClr val="F8FAFC"/>
                </a:solidFill>
              </a:defRPr>
            </a:lvl6pPr>
            <a:lvl7pPr>
              <a:defRPr sz="1200" b="0" i="0">
                <a:solidFill>
                  <a:srgbClr val="F8FAFC"/>
                </a:solidFill>
              </a:defRPr>
            </a:lvl7pPr>
            <a:lvl8pPr>
              <a:defRPr sz="1200" b="0" i="0">
                <a:solidFill>
                  <a:srgbClr val="F8FAFC"/>
                </a:solidFill>
              </a:defRPr>
            </a:lvl8pPr>
            <a:lvl9pPr>
              <a:defRPr sz="120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F8FAFC"/>
                </a:solidFill>
              </a:defRPr>
            </a:pPr>
            <a:r>
              <a:rPr sz="1200" b="0" i="0">
                <a:solidFill>
                  <a:srgbClr val="F8FAFC"/>
                </a:solidFill>
              </a:rPr>
              <a:t>OCR price-label 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75815A-149F-4B70-8C7A-0727676D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86275"/>
            <a:ext cx="14859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3A30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F63A02-A10B-4019-9783-AF3F0129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F59E0B"/>
                </a:solidFill>
              </a:defRPr>
            </a:defPPr>
            <a:lvl1pPr>
              <a:defRPr sz="825" b="1" i="0">
                <a:solidFill>
                  <a:srgbClr val="F59E0B"/>
                </a:solidFill>
              </a:defRPr>
            </a:lvl1pPr>
            <a:lvl2pPr>
              <a:defRPr sz="825" b="1" i="0">
                <a:solidFill>
                  <a:srgbClr val="F59E0B"/>
                </a:solidFill>
              </a:defRPr>
            </a:lvl2pPr>
            <a:lvl3pPr>
              <a:defRPr sz="825" b="1" i="0">
                <a:solidFill>
                  <a:srgbClr val="F59E0B"/>
                </a:solidFill>
              </a:defRPr>
            </a:lvl3pPr>
            <a:lvl4pPr>
              <a:defRPr sz="825" b="1" i="0">
                <a:solidFill>
                  <a:srgbClr val="F59E0B"/>
                </a:solidFill>
              </a:defRPr>
            </a:lvl4pPr>
            <a:lvl5pPr>
              <a:defRPr sz="825" b="1" i="0">
                <a:solidFill>
                  <a:srgbClr val="F59E0B"/>
                </a:solidFill>
              </a:defRPr>
            </a:lvl5pPr>
            <a:lvl6pPr>
              <a:defRPr sz="825" b="1" i="0">
                <a:solidFill>
                  <a:srgbClr val="F59E0B"/>
                </a:solidFill>
              </a:defRPr>
            </a:lvl6pPr>
            <a:lvl7pPr>
              <a:defRPr sz="825" b="1" i="0">
                <a:solidFill>
                  <a:srgbClr val="F59E0B"/>
                </a:solidFill>
              </a:defRPr>
            </a:lvl7pPr>
            <a:lvl8pPr>
              <a:defRPr sz="825" b="1" i="0">
                <a:solidFill>
                  <a:srgbClr val="F59E0B"/>
                </a:solidFill>
              </a:defRPr>
            </a:lvl8pPr>
            <a:lvl9pPr>
              <a:defRPr sz="82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F59E0B"/>
                </a:solidFill>
              </a:defRPr>
            </a:pPr>
            <a:r>
              <a:rPr sz="825" b="1" i="0">
                <a:solidFill>
                  <a:srgbClr val="F59E0B"/>
                </a:solidFill>
              </a:rPr>
              <a:t>Implemented adapter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B4B35B-B08C-4243-8029-C2369D5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4958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Runtime smoke check, accuracy unevaluated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90B072-267E-4CBA-87FE-5E5E18D2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F8FAFC"/>
                </a:solidFill>
              </a:defRPr>
            </a:defPPr>
            <a:lvl1pPr>
              <a:defRPr sz="1200" b="0" i="0">
                <a:solidFill>
                  <a:srgbClr val="F8FAFC"/>
                </a:solidFill>
              </a:defRPr>
            </a:lvl1pPr>
            <a:lvl2pPr>
              <a:defRPr sz="1200" b="0" i="0">
                <a:solidFill>
                  <a:srgbClr val="F8FAFC"/>
                </a:solidFill>
              </a:defRPr>
            </a:lvl2pPr>
            <a:lvl3pPr>
              <a:defRPr sz="1200" b="0" i="0">
                <a:solidFill>
                  <a:srgbClr val="F8FAFC"/>
                </a:solidFill>
              </a:defRPr>
            </a:lvl3pPr>
            <a:lvl4pPr>
              <a:defRPr sz="1200" b="0" i="0">
                <a:solidFill>
                  <a:srgbClr val="F8FAFC"/>
                </a:solidFill>
              </a:defRPr>
            </a:lvl4pPr>
            <a:lvl5pPr>
              <a:defRPr sz="1200" b="0" i="0">
                <a:solidFill>
                  <a:srgbClr val="F8FAFC"/>
                </a:solidFill>
              </a:defRPr>
            </a:lvl5pPr>
            <a:lvl6pPr>
              <a:defRPr sz="1200" b="0" i="0">
                <a:solidFill>
                  <a:srgbClr val="F8FAFC"/>
                </a:solidFill>
              </a:defRPr>
            </a:lvl6pPr>
            <a:lvl7pPr>
              <a:defRPr sz="1200" b="0" i="0">
                <a:solidFill>
                  <a:srgbClr val="F8FAFC"/>
                </a:solidFill>
              </a:defRPr>
            </a:lvl7pPr>
            <a:lvl8pPr>
              <a:defRPr sz="1200" b="0" i="0">
                <a:solidFill>
                  <a:srgbClr val="F8FAFC"/>
                </a:solidFill>
              </a:defRPr>
            </a:lvl8pPr>
            <a:lvl9pPr>
              <a:defRPr sz="120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F8FAFC"/>
                </a:solidFill>
              </a:defRPr>
            </a:pPr>
            <a:r>
              <a:rPr sz="1200" b="0" i="0">
                <a:solidFill>
                  <a:srgbClr val="F8FAFC"/>
                </a:solidFill>
              </a:rPr>
              <a:t>YOLO product training / mAP evaluation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8F2DB7-9AE7-42B9-9659-EFEA7B11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19675"/>
            <a:ext cx="12382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3A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1EFB0E-AD76-4379-BBE0-4089CADB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FB7185"/>
                </a:solidFill>
              </a:defRPr>
            </a:defPPr>
            <a:lvl1pPr>
              <a:defRPr sz="825" b="1" i="0">
                <a:solidFill>
                  <a:srgbClr val="FB7185"/>
                </a:solidFill>
              </a:defRPr>
            </a:lvl1pPr>
            <a:lvl2pPr>
              <a:defRPr sz="825" b="1" i="0">
                <a:solidFill>
                  <a:srgbClr val="FB7185"/>
                </a:solidFill>
              </a:defRPr>
            </a:lvl2pPr>
            <a:lvl3pPr>
              <a:defRPr sz="825" b="1" i="0">
                <a:solidFill>
                  <a:srgbClr val="FB7185"/>
                </a:solidFill>
              </a:defRPr>
            </a:lvl3pPr>
            <a:lvl4pPr>
              <a:defRPr sz="825" b="1" i="0">
                <a:solidFill>
                  <a:srgbClr val="FB7185"/>
                </a:solidFill>
              </a:defRPr>
            </a:lvl4pPr>
            <a:lvl5pPr>
              <a:defRPr sz="825" b="1" i="0">
                <a:solidFill>
                  <a:srgbClr val="FB7185"/>
                </a:solidFill>
              </a:defRPr>
            </a:lvl5pPr>
            <a:lvl6pPr>
              <a:defRPr sz="825" b="1" i="0">
                <a:solidFill>
                  <a:srgbClr val="FB7185"/>
                </a:solidFill>
              </a:defRPr>
            </a:lvl6pPr>
            <a:lvl7pPr>
              <a:defRPr sz="825" b="1" i="0">
                <a:solidFill>
                  <a:srgbClr val="FB7185"/>
                </a:solidFill>
              </a:defRPr>
            </a:lvl7pPr>
            <a:lvl8pPr>
              <a:defRPr sz="825" b="1" i="0">
                <a:solidFill>
                  <a:srgbClr val="FB7185"/>
                </a:solidFill>
              </a:defRPr>
            </a:lvl8pPr>
            <a:lvl9pPr>
              <a:defRPr sz="825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FB7185"/>
                </a:solidFill>
              </a:defRPr>
            </a:pPr>
            <a:r>
              <a:rPr sz="825" b="1" i="0">
                <a:solidFill>
                  <a:srgbClr val="FB7185"/>
                </a:solidFill>
              </a:rPr>
              <a:t>Not evidenced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590980-697B-4DF3-9CA9-494DF77A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0292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No training result claimed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9E5046-49D8-4EC1-B892-AD7B68FC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1F8F38-DB57-40DE-9987-61D02AF5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F8FAFC"/>
                </a:solidFill>
              </a:defRPr>
            </a:defPPr>
            <a:lvl1pPr>
              <a:defRPr sz="1200" b="0" i="0">
                <a:solidFill>
                  <a:srgbClr val="F8FAFC"/>
                </a:solidFill>
              </a:defRPr>
            </a:lvl1pPr>
            <a:lvl2pPr>
              <a:defRPr sz="1200" b="0" i="0">
                <a:solidFill>
                  <a:srgbClr val="F8FAFC"/>
                </a:solidFill>
              </a:defRPr>
            </a:lvl2pPr>
            <a:lvl3pPr>
              <a:defRPr sz="1200" b="0" i="0">
                <a:solidFill>
                  <a:srgbClr val="F8FAFC"/>
                </a:solidFill>
              </a:defRPr>
            </a:lvl3pPr>
            <a:lvl4pPr>
              <a:defRPr sz="1200" b="0" i="0">
                <a:solidFill>
                  <a:srgbClr val="F8FAFC"/>
                </a:solidFill>
              </a:defRPr>
            </a:lvl4pPr>
            <a:lvl5pPr>
              <a:defRPr sz="1200" b="0" i="0">
                <a:solidFill>
                  <a:srgbClr val="F8FAFC"/>
                </a:solidFill>
              </a:defRPr>
            </a:lvl5pPr>
            <a:lvl6pPr>
              <a:defRPr sz="1200" b="0" i="0">
                <a:solidFill>
                  <a:srgbClr val="F8FAFC"/>
                </a:solidFill>
              </a:defRPr>
            </a:lvl6pPr>
            <a:lvl7pPr>
              <a:defRPr sz="1200" b="0" i="0">
                <a:solidFill>
                  <a:srgbClr val="F8FAFC"/>
                </a:solidFill>
              </a:defRPr>
            </a:lvl7pPr>
            <a:lvl8pPr>
              <a:defRPr sz="1200" b="0" i="0">
                <a:solidFill>
                  <a:srgbClr val="F8FAFC"/>
                </a:solidFill>
              </a:defRPr>
            </a:lvl8pPr>
            <a:lvl9pPr>
              <a:defRPr sz="120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F8FAFC"/>
                </a:solidFill>
              </a:defRPr>
            </a:pPr>
            <a:r>
              <a:rPr sz="1200" b="0" i="0">
                <a:solidFill>
                  <a:srgbClr val="F8FAFC"/>
                </a:solidFill>
              </a:rPr>
              <a:t>Variant-level accuracy calibration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FF36CC-1B86-4A3D-BE90-2913730B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53075"/>
            <a:ext cx="12382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3A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D1A74A-FFA0-4CD8-A8D1-E68FF5E0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007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FB7185"/>
                </a:solidFill>
              </a:defRPr>
            </a:defPPr>
            <a:lvl1pPr>
              <a:defRPr sz="825" b="1" i="0">
                <a:solidFill>
                  <a:srgbClr val="FB7185"/>
                </a:solidFill>
              </a:defRPr>
            </a:lvl1pPr>
            <a:lvl2pPr>
              <a:defRPr sz="825" b="1" i="0">
                <a:solidFill>
                  <a:srgbClr val="FB7185"/>
                </a:solidFill>
              </a:defRPr>
            </a:lvl2pPr>
            <a:lvl3pPr>
              <a:defRPr sz="825" b="1" i="0">
                <a:solidFill>
                  <a:srgbClr val="FB7185"/>
                </a:solidFill>
              </a:defRPr>
            </a:lvl3pPr>
            <a:lvl4pPr>
              <a:defRPr sz="825" b="1" i="0">
                <a:solidFill>
                  <a:srgbClr val="FB7185"/>
                </a:solidFill>
              </a:defRPr>
            </a:lvl4pPr>
            <a:lvl5pPr>
              <a:defRPr sz="825" b="1" i="0">
                <a:solidFill>
                  <a:srgbClr val="FB7185"/>
                </a:solidFill>
              </a:defRPr>
            </a:lvl5pPr>
            <a:lvl6pPr>
              <a:defRPr sz="825" b="1" i="0">
                <a:solidFill>
                  <a:srgbClr val="FB7185"/>
                </a:solidFill>
              </a:defRPr>
            </a:lvl6pPr>
            <a:lvl7pPr>
              <a:defRPr sz="825" b="1" i="0">
                <a:solidFill>
                  <a:srgbClr val="FB7185"/>
                </a:solidFill>
              </a:defRPr>
            </a:lvl7pPr>
            <a:lvl8pPr>
              <a:defRPr sz="825" b="1" i="0">
                <a:solidFill>
                  <a:srgbClr val="FB7185"/>
                </a:solidFill>
              </a:defRPr>
            </a:lvl8pPr>
            <a:lvl9pPr>
              <a:defRPr sz="825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FB7185"/>
                </a:solidFill>
              </a:defRPr>
            </a:pPr>
            <a:r>
              <a:rPr sz="825" b="1" i="0">
                <a:solidFill>
                  <a:srgbClr val="FB7185"/>
                </a:solidFill>
              </a:rPr>
              <a:t>Open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F386B7-30C0-4484-8518-F9033587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5626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Needs labelled crops and shelf fixtures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D1BFBB-BD07-4351-A13D-576A55E8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C3816E-DE3C-4C8A-9E5E-3B67C2AC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04  /  16</a:t>
            </a:r>
          </a:p>
        </p:txBody>
      </p:sp>
    </p:spTree>
    <p:extLst>
      <p:ext uri="{BB962C8B-B14F-4D97-AF65-F5344CB8AC3E}">
        <p14:creationId xmlns:p14="http://schemas.microsoft.com/office/powerpoint/2010/main" val="19579913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60DF16-DAD6-48DC-A8EC-E299AE4C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B0C11-E930-4A3C-87CF-9896B0B0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End-to-end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F8E32-3900-4572-ABFB-3D44769A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Actual source modules appear below each stage. Orange labels identify evidence gates or provisional thresholds.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797DE-3C3D-48E0-8545-D3859F3D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A02FC-2450-4B39-B932-26B269D6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524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D26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9EAE4-1CF9-4BFF-AA95-F57E335A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Planogram</a:t>
            </a:r>
          </a:p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+ shelf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033EA-2146-434B-8D1E-D8183F86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Designer + snapshot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F40EA-695E-49CB-BFEE-78AEA92C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194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809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0C85A-468E-429A-9F15-C37B10E7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028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 i="0">
                <a:solidFill>
                  <a:srgbClr val="2DD4BF"/>
                </a:solidFill>
              </a:defRPr>
            </a:defPPr>
            <a:lvl1pPr>
              <a:defRPr sz="1950" b="1" i="0">
                <a:solidFill>
                  <a:srgbClr val="2DD4BF"/>
                </a:solidFill>
              </a:defRPr>
            </a:lvl1pPr>
            <a:lvl2pPr>
              <a:defRPr sz="1950" b="1" i="0">
                <a:solidFill>
                  <a:srgbClr val="2DD4BF"/>
                </a:solidFill>
              </a:defRPr>
            </a:lvl2pPr>
            <a:lvl3pPr>
              <a:defRPr sz="1950" b="1" i="0">
                <a:solidFill>
                  <a:srgbClr val="2DD4BF"/>
                </a:solidFill>
              </a:defRPr>
            </a:lvl3pPr>
            <a:lvl4pPr>
              <a:defRPr sz="1950" b="1" i="0">
                <a:solidFill>
                  <a:srgbClr val="2DD4BF"/>
                </a:solidFill>
              </a:defRPr>
            </a:lvl4pPr>
            <a:lvl5pPr>
              <a:defRPr sz="1950" b="1" i="0">
                <a:solidFill>
                  <a:srgbClr val="2DD4BF"/>
                </a:solidFill>
              </a:defRPr>
            </a:lvl5pPr>
            <a:lvl6pPr>
              <a:defRPr sz="1950" b="1" i="0">
                <a:solidFill>
                  <a:srgbClr val="2DD4BF"/>
                </a:solidFill>
              </a:defRPr>
            </a:lvl6pPr>
            <a:lvl7pPr>
              <a:defRPr sz="1950" b="1" i="0">
                <a:solidFill>
                  <a:srgbClr val="2DD4BF"/>
                </a:solidFill>
              </a:defRPr>
            </a:lvl7pPr>
            <a:lvl8pPr>
              <a:defRPr sz="1950" b="1" i="0">
                <a:solidFill>
                  <a:srgbClr val="2DD4BF"/>
                </a:solidFill>
              </a:defRPr>
            </a:lvl8pPr>
            <a:lvl9pPr>
              <a:defRPr sz="19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2DD4BF"/>
                </a:solidFill>
              </a:defRPr>
            </a:pPr>
            <a:r>
              <a:rPr sz="1950" b="1" i="0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85683-68B6-4733-9C4B-5C341D3E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86050"/>
            <a:ext cx="1524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D26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FC57B-BF53-4A37-A5B0-6C066582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575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Shelf photo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7C296-B32F-4ABF-B3E3-D5B7F45E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71850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Input image job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6366E-8D24-4C89-A07B-F8A0C81C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194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809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A8BEA-2EB1-4D62-AF12-C067D530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028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 i="0">
                <a:solidFill>
                  <a:srgbClr val="2DD4BF"/>
                </a:solidFill>
              </a:defRPr>
            </a:defPPr>
            <a:lvl1pPr>
              <a:defRPr sz="1950" b="1" i="0">
                <a:solidFill>
                  <a:srgbClr val="2DD4BF"/>
                </a:solidFill>
              </a:defRPr>
            </a:lvl1pPr>
            <a:lvl2pPr>
              <a:defRPr sz="1950" b="1" i="0">
                <a:solidFill>
                  <a:srgbClr val="2DD4BF"/>
                </a:solidFill>
              </a:defRPr>
            </a:lvl2pPr>
            <a:lvl3pPr>
              <a:defRPr sz="1950" b="1" i="0">
                <a:solidFill>
                  <a:srgbClr val="2DD4BF"/>
                </a:solidFill>
              </a:defRPr>
            </a:lvl3pPr>
            <a:lvl4pPr>
              <a:defRPr sz="1950" b="1" i="0">
                <a:solidFill>
                  <a:srgbClr val="2DD4BF"/>
                </a:solidFill>
              </a:defRPr>
            </a:lvl4pPr>
            <a:lvl5pPr>
              <a:defRPr sz="1950" b="1" i="0">
                <a:solidFill>
                  <a:srgbClr val="2DD4BF"/>
                </a:solidFill>
              </a:defRPr>
            </a:lvl5pPr>
            <a:lvl6pPr>
              <a:defRPr sz="1950" b="1" i="0">
                <a:solidFill>
                  <a:srgbClr val="2DD4BF"/>
                </a:solidFill>
              </a:defRPr>
            </a:lvl6pPr>
            <a:lvl7pPr>
              <a:defRPr sz="1950" b="1" i="0">
                <a:solidFill>
                  <a:srgbClr val="2DD4BF"/>
                </a:solidFill>
              </a:defRPr>
            </a:lvl7pPr>
            <a:lvl8pPr>
              <a:defRPr sz="1950" b="1" i="0">
                <a:solidFill>
                  <a:srgbClr val="2DD4BF"/>
                </a:solidFill>
              </a:defRPr>
            </a:lvl8pPr>
            <a:lvl9pPr>
              <a:defRPr sz="19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2DD4BF"/>
                </a:solidFill>
              </a:defRPr>
            </a:pPr>
            <a:r>
              <a:rPr sz="1950" b="1" i="0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58143-93F2-441E-9C93-92C48F3A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1524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D26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EFCEF-98AA-4644-BCE4-48C97D64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YOLO parse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6BDC9-DF99-4346-A5A7-289A655B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71850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Rows, products, empty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876B3-8A7A-40F1-9559-8283E2F2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194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809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AB789-D55C-4EC8-9031-FA3472A2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28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 i="0">
                <a:solidFill>
                  <a:srgbClr val="2DD4BF"/>
                </a:solidFill>
              </a:defRPr>
            </a:defPPr>
            <a:lvl1pPr>
              <a:defRPr sz="1950" b="1" i="0">
                <a:solidFill>
                  <a:srgbClr val="2DD4BF"/>
                </a:solidFill>
              </a:defRPr>
            </a:lvl1pPr>
            <a:lvl2pPr>
              <a:defRPr sz="1950" b="1" i="0">
                <a:solidFill>
                  <a:srgbClr val="2DD4BF"/>
                </a:solidFill>
              </a:defRPr>
            </a:lvl2pPr>
            <a:lvl3pPr>
              <a:defRPr sz="1950" b="1" i="0">
                <a:solidFill>
                  <a:srgbClr val="2DD4BF"/>
                </a:solidFill>
              </a:defRPr>
            </a:lvl3pPr>
            <a:lvl4pPr>
              <a:defRPr sz="1950" b="1" i="0">
                <a:solidFill>
                  <a:srgbClr val="2DD4BF"/>
                </a:solidFill>
              </a:defRPr>
            </a:lvl4pPr>
            <a:lvl5pPr>
              <a:defRPr sz="1950" b="1" i="0">
                <a:solidFill>
                  <a:srgbClr val="2DD4BF"/>
                </a:solidFill>
              </a:defRPr>
            </a:lvl5pPr>
            <a:lvl6pPr>
              <a:defRPr sz="1950" b="1" i="0">
                <a:solidFill>
                  <a:srgbClr val="2DD4BF"/>
                </a:solidFill>
              </a:defRPr>
            </a:lvl6pPr>
            <a:lvl7pPr>
              <a:defRPr sz="1950" b="1" i="0">
                <a:solidFill>
                  <a:srgbClr val="2DD4BF"/>
                </a:solidFill>
              </a:defRPr>
            </a:lvl7pPr>
            <a:lvl8pPr>
              <a:defRPr sz="1950" b="1" i="0">
                <a:solidFill>
                  <a:srgbClr val="2DD4BF"/>
                </a:solidFill>
              </a:defRPr>
            </a:lvl8pPr>
            <a:lvl9pPr>
              <a:defRPr sz="19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2DD4BF"/>
                </a:solidFill>
              </a:defRPr>
            </a:pPr>
            <a:r>
              <a:rPr sz="1950" b="1" i="0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04187-9C8E-4B7B-9309-3F584324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1524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D26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FAA09-4BDD-4A7D-BBD6-C64668D1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Cutouts + 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B4873-FEFB-4529-9452-FD111CA9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71850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Color gate + CLIP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9FC8E-F822-48D2-A2D1-3E9A9793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809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8D7FD-374C-4AC3-B32F-55B16761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28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 i="0">
                <a:solidFill>
                  <a:srgbClr val="2DD4BF"/>
                </a:solidFill>
              </a:defRPr>
            </a:defPPr>
            <a:lvl1pPr>
              <a:defRPr sz="1950" b="1" i="0">
                <a:solidFill>
                  <a:srgbClr val="2DD4BF"/>
                </a:solidFill>
              </a:defRPr>
            </a:lvl1pPr>
            <a:lvl2pPr>
              <a:defRPr sz="1950" b="1" i="0">
                <a:solidFill>
                  <a:srgbClr val="2DD4BF"/>
                </a:solidFill>
              </a:defRPr>
            </a:lvl2pPr>
            <a:lvl3pPr>
              <a:defRPr sz="1950" b="1" i="0">
                <a:solidFill>
                  <a:srgbClr val="2DD4BF"/>
                </a:solidFill>
              </a:defRPr>
            </a:lvl3pPr>
            <a:lvl4pPr>
              <a:defRPr sz="1950" b="1" i="0">
                <a:solidFill>
                  <a:srgbClr val="2DD4BF"/>
                </a:solidFill>
              </a:defRPr>
            </a:lvl4pPr>
            <a:lvl5pPr>
              <a:defRPr sz="1950" b="1" i="0">
                <a:solidFill>
                  <a:srgbClr val="2DD4BF"/>
                </a:solidFill>
              </a:defRPr>
            </a:lvl5pPr>
            <a:lvl6pPr>
              <a:defRPr sz="1950" b="1" i="0">
                <a:solidFill>
                  <a:srgbClr val="2DD4BF"/>
                </a:solidFill>
              </a:defRPr>
            </a:lvl6pPr>
            <a:lvl7pPr>
              <a:defRPr sz="1950" b="1" i="0">
                <a:solidFill>
                  <a:srgbClr val="2DD4BF"/>
                </a:solidFill>
              </a:defRPr>
            </a:lvl7pPr>
            <a:lvl8pPr>
              <a:defRPr sz="1950" b="1" i="0">
                <a:solidFill>
                  <a:srgbClr val="2DD4BF"/>
                </a:solidFill>
              </a:defRPr>
            </a:lvl8pPr>
            <a:lvl9pPr>
              <a:defRPr sz="19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2DD4BF"/>
                </a:solidFill>
              </a:defRPr>
            </a:pPr>
            <a:r>
              <a:rPr sz="1950" b="1" i="0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0913B8-D4C4-43EE-96B0-30BEDCF1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1524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D26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A375BA-10E1-42E0-9EED-FE6334D2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Map to cm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4CB7CF-7DD9-4732-A0A3-2A50DA6F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Rows + x-span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86692B-7889-4E6B-BF25-883EEC5B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194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809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C3C892-E0FB-4E47-B516-C92EE5DD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028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 i="0">
                <a:solidFill>
                  <a:srgbClr val="2DD4BF"/>
                </a:solidFill>
              </a:defRPr>
            </a:defPPr>
            <a:lvl1pPr>
              <a:defRPr sz="1950" b="1" i="0">
                <a:solidFill>
                  <a:srgbClr val="2DD4BF"/>
                </a:solidFill>
              </a:defRPr>
            </a:lvl1pPr>
            <a:lvl2pPr>
              <a:defRPr sz="1950" b="1" i="0">
                <a:solidFill>
                  <a:srgbClr val="2DD4BF"/>
                </a:solidFill>
              </a:defRPr>
            </a:lvl2pPr>
            <a:lvl3pPr>
              <a:defRPr sz="1950" b="1" i="0">
                <a:solidFill>
                  <a:srgbClr val="2DD4BF"/>
                </a:solidFill>
              </a:defRPr>
            </a:lvl3pPr>
            <a:lvl4pPr>
              <a:defRPr sz="1950" b="1" i="0">
                <a:solidFill>
                  <a:srgbClr val="2DD4BF"/>
                </a:solidFill>
              </a:defRPr>
            </a:lvl4pPr>
            <a:lvl5pPr>
              <a:defRPr sz="1950" b="1" i="0">
                <a:solidFill>
                  <a:srgbClr val="2DD4BF"/>
                </a:solidFill>
              </a:defRPr>
            </a:lvl5pPr>
            <a:lvl6pPr>
              <a:defRPr sz="1950" b="1" i="0">
                <a:solidFill>
                  <a:srgbClr val="2DD4BF"/>
                </a:solidFill>
              </a:defRPr>
            </a:lvl6pPr>
            <a:lvl7pPr>
              <a:defRPr sz="1950" b="1" i="0">
                <a:solidFill>
                  <a:srgbClr val="2DD4BF"/>
                </a:solidFill>
              </a:defRPr>
            </a:lvl7pPr>
            <a:lvl8pPr>
              <a:defRPr sz="1950" b="1" i="0">
                <a:solidFill>
                  <a:srgbClr val="2DD4BF"/>
                </a:solidFill>
              </a:defRPr>
            </a:lvl8pPr>
            <a:lvl9pPr>
              <a:defRPr sz="19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2DD4BF"/>
                </a:solidFill>
              </a:defRPr>
            </a:pPr>
            <a:r>
              <a:rPr sz="1950" b="1" i="0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FEC867-CCAA-435A-B79F-AB64D6FE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86050"/>
            <a:ext cx="1524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D26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526094-8F3A-44CC-828B-C46D55A1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575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Audit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A93E43-172F-4342-9A39-849510D4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71850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Findings +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D6944D-E90E-445B-8176-440472E4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81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708097"/>
                </a:solidFill>
              </a:defRPr>
            </a:defPPr>
            <a:lvl1pPr>
              <a:defRPr sz="900" b="0" i="0">
                <a:solidFill>
                  <a:srgbClr val="708097"/>
                </a:solidFill>
              </a:defRPr>
            </a:lvl1pPr>
            <a:lvl2pPr>
              <a:defRPr sz="900" b="0" i="0">
                <a:solidFill>
                  <a:srgbClr val="708097"/>
                </a:solidFill>
              </a:defRPr>
            </a:lvl2pPr>
            <a:lvl3pPr>
              <a:defRPr sz="900" b="0" i="0">
                <a:solidFill>
                  <a:srgbClr val="708097"/>
                </a:solidFill>
              </a:defRPr>
            </a:lvl3pPr>
            <a:lvl4pPr>
              <a:defRPr sz="900" b="0" i="0">
                <a:solidFill>
                  <a:srgbClr val="708097"/>
                </a:solidFill>
              </a:defRPr>
            </a:lvl4pPr>
            <a:lvl5pPr>
              <a:defRPr sz="900" b="0" i="0">
                <a:solidFill>
                  <a:srgbClr val="708097"/>
                </a:solidFill>
              </a:defRPr>
            </a:lvl5pPr>
            <a:lvl6pPr>
              <a:defRPr sz="900" b="0" i="0">
                <a:solidFill>
                  <a:srgbClr val="708097"/>
                </a:solidFill>
              </a:defRPr>
            </a:lvl6pPr>
            <a:lvl7pPr>
              <a:defRPr sz="900" b="0" i="0">
                <a:solidFill>
                  <a:srgbClr val="708097"/>
                </a:solidFill>
              </a:defRPr>
            </a:lvl7pPr>
            <a:lvl8pPr>
              <a:defRPr sz="900" b="0" i="0">
                <a:solidFill>
                  <a:srgbClr val="708097"/>
                </a:solidFill>
              </a:defRPr>
            </a:lvl8pPr>
            <a:lvl9pPr>
              <a:defRPr sz="900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708097"/>
                </a:solidFill>
              </a:defRPr>
            </a:pPr>
            <a:r>
              <a:rPr sz="900" b="0" i="0">
                <a:solidFill>
                  <a:srgbClr val="708097"/>
                </a:solidFill>
              </a:rPr>
              <a:t>planogram_service.py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393A8C-8099-418E-8F29-C017CE85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81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708097"/>
                </a:solidFill>
              </a:defRPr>
            </a:defPPr>
            <a:lvl1pPr>
              <a:defRPr sz="900" b="0" i="0">
                <a:solidFill>
                  <a:srgbClr val="708097"/>
                </a:solidFill>
              </a:defRPr>
            </a:lvl1pPr>
            <a:lvl2pPr>
              <a:defRPr sz="900" b="0" i="0">
                <a:solidFill>
                  <a:srgbClr val="708097"/>
                </a:solidFill>
              </a:defRPr>
            </a:lvl2pPr>
            <a:lvl3pPr>
              <a:defRPr sz="900" b="0" i="0">
                <a:solidFill>
                  <a:srgbClr val="708097"/>
                </a:solidFill>
              </a:defRPr>
            </a:lvl3pPr>
            <a:lvl4pPr>
              <a:defRPr sz="900" b="0" i="0">
                <a:solidFill>
                  <a:srgbClr val="708097"/>
                </a:solidFill>
              </a:defRPr>
            </a:lvl4pPr>
            <a:lvl5pPr>
              <a:defRPr sz="900" b="0" i="0">
                <a:solidFill>
                  <a:srgbClr val="708097"/>
                </a:solidFill>
              </a:defRPr>
            </a:lvl5pPr>
            <a:lvl6pPr>
              <a:defRPr sz="900" b="0" i="0">
                <a:solidFill>
                  <a:srgbClr val="708097"/>
                </a:solidFill>
              </a:defRPr>
            </a:lvl6pPr>
            <a:lvl7pPr>
              <a:defRPr sz="900" b="0" i="0">
                <a:solidFill>
                  <a:srgbClr val="708097"/>
                </a:solidFill>
              </a:defRPr>
            </a:lvl7pPr>
            <a:lvl8pPr>
              <a:defRPr sz="900" b="0" i="0">
                <a:solidFill>
                  <a:srgbClr val="708097"/>
                </a:solidFill>
              </a:defRPr>
            </a:lvl8pPr>
            <a:lvl9pPr>
              <a:defRPr sz="900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708097"/>
                </a:solidFill>
              </a:defRPr>
            </a:pPr>
            <a:r>
              <a:rPr sz="900" b="0" i="0">
                <a:solidFill>
                  <a:srgbClr val="708097"/>
                </a:solidFill>
              </a:rPr>
              <a:t>image_processing_service.py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CD90A5-DEC9-4907-A719-A447DDBC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81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708097"/>
                </a:solidFill>
              </a:defRPr>
            </a:defPPr>
            <a:lvl1pPr>
              <a:defRPr sz="900" b="0" i="0">
                <a:solidFill>
                  <a:srgbClr val="708097"/>
                </a:solidFill>
              </a:defRPr>
            </a:lvl1pPr>
            <a:lvl2pPr>
              <a:defRPr sz="900" b="0" i="0">
                <a:solidFill>
                  <a:srgbClr val="708097"/>
                </a:solidFill>
              </a:defRPr>
            </a:lvl2pPr>
            <a:lvl3pPr>
              <a:defRPr sz="900" b="0" i="0">
                <a:solidFill>
                  <a:srgbClr val="708097"/>
                </a:solidFill>
              </a:defRPr>
            </a:lvl3pPr>
            <a:lvl4pPr>
              <a:defRPr sz="900" b="0" i="0">
                <a:solidFill>
                  <a:srgbClr val="708097"/>
                </a:solidFill>
              </a:defRPr>
            </a:lvl4pPr>
            <a:lvl5pPr>
              <a:defRPr sz="900" b="0" i="0">
                <a:solidFill>
                  <a:srgbClr val="708097"/>
                </a:solidFill>
              </a:defRPr>
            </a:lvl5pPr>
            <a:lvl6pPr>
              <a:defRPr sz="900" b="0" i="0">
                <a:solidFill>
                  <a:srgbClr val="708097"/>
                </a:solidFill>
              </a:defRPr>
            </a:lvl6pPr>
            <a:lvl7pPr>
              <a:defRPr sz="900" b="0" i="0">
                <a:solidFill>
                  <a:srgbClr val="708097"/>
                </a:solidFill>
              </a:defRPr>
            </a:lvl7pPr>
            <a:lvl8pPr>
              <a:defRPr sz="900" b="0" i="0">
                <a:solidFill>
                  <a:srgbClr val="708097"/>
                </a:solidFill>
              </a:defRPr>
            </a:lvl8pPr>
            <a:lvl9pPr>
              <a:defRPr sz="900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708097"/>
                </a:solidFill>
              </a:defRPr>
            </a:pPr>
            <a:r>
              <a:rPr sz="900" b="0" i="0">
                <a:solidFill>
                  <a:srgbClr val="708097"/>
                </a:solidFill>
              </a:rPr>
              <a:t>pipeline.py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AF4760-D1BB-47DF-944E-B287AE19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81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708097"/>
                </a:solidFill>
              </a:defRPr>
            </a:defPPr>
            <a:lvl1pPr>
              <a:defRPr sz="900" b="0" i="0">
                <a:solidFill>
                  <a:srgbClr val="708097"/>
                </a:solidFill>
              </a:defRPr>
            </a:lvl1pPr>
            <a:lvl2pPr>
              <a:defRPr sz="900" b="0" i="0">
                <a:solidFill>
                  <a:srgbClr val="708097"/>
                </a:solidFill>
              </a:defRPr>
            </a:lvl2pPr>
            <a:lvl3pPr>
              <a:defRPr sz="900" b="0" i="0">
                <a:solidFill>
                  <a:srgbClr val="708097"/>
                </a:solidFill>
              </a:defRPr>
            </a:lvl3pPr>
            <a:lvl4pPr>
              <a:defRPr sz="900" b="0" i="0">
                <a:solidFill>
                  <a:srgbClr val="708097"/>
                </a:solidFill>
              </a:defRPr>
            </a:lvl4pPr>
            <a:lvl5pPr>
              <a:defRPr sz="900" b="0" i="0">
                <a:solidFill>
                  <a:srgbClr val="708097"/>
                </a:solidFill>
              </a:defRPr>
            </a:lvl5pPr>
            <a:lvl6pPr>
              <a:defRPr sz="900" b="0" i="0">
                <a:solidFill>
                  <a:srgbClr val="708097"/>
                </a:solidFill>
              </a:defRPr>
            </a:lvl6pPr>
            <a:lvl7pPr>
              <a:defRPr sz="900" b="0" i="0">
                <a:solidFill>
                  <a:srgbClr val="708097"/>
                </a:solidFill>
              </a:defRPr>
            </a:lvl7pPr>
            <a:lvl8pPr>
              <a:defRPr sz="900" b="0" i="0">
                <a:solidFill>
                  <a:srgbClr val="708097"/>
                </a:solidFill>
              </a:defRPr>
            </a:lvl8pPr>
            <a:lvl9pPr>
              <a:defRPr sz="900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708097"/>
                </a:solidFill>
              </a:defRPr>
            </a:pPr>
            <a:r>
              <a:rPr sz="900" b="0" i="0">
                <a:solidFill>
                  <a:srgbClr val="708097"/>
                </a:solidFill>
              </a:rPr>
              <a:t>cutout_service.py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357AA4-9942-452E-AC44-E877BEFD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708097"/>
                </a:solidFill>
              </a:defRPr>
            </a:defPPr>
            <a:lvl1pPr>
              <a:defRPr sz="900" b="0" i="0">
                <a:solidFill>
                  <a:srgbClr val="708097"/>
                </a:solidFill>
              </a:defRPr>
            </a:lvl1pPr>
            <a:lvl2pPr>
              <a:defRPr sz="900" b="0" i="0">
                <a:solidFill>
                  <a:srgbClr val="708097"/>
                </a:solidFill>
              </a:defRPr>
            </a:lvl2pPr>
            <a:lvl3pPr>
              <a:defRPr sz="900" b="0" i="0">
                <a:solidFill>
                  <a:srgbClr val="708097"/>
                </a:solidFill>
              </a:defRPr>
            </a:lvl3pPr>
            <a:lvl4pPr>
              <a:defRPr sz="900" b="0" i="0">
                <a:solidFill>
                  <a:srgbClr val="708097"/>
                </a:solidFill>
              </a:defRPr>
            </a:lvl4pPr>
            <a:lvl5pPr>
              <a:defRPr sz="900" b="0" i="0">
                <a:solidFill>
                  <a:srgbClr val="708097"/>
                </a:solidFill>
              </a:defRPr>
            </a:lvl5pPr>
            <a:lvl6pPr>
              <a:defRPr sz="900" b="0" i="0">
                <a:solidFill>
                  <a:srgbClr val="708097"/>
                </a:solidFill>
              </a:defRPr>
            </a:lvl6pPr>
            <a:lvl7pPr>
              <a:defRPr sz="900" b="0" i="0">
                <a:solidFill>
                  <a:srgbClr val="708097"/>
                </a:solidFill>
              </a:defRPr>
            </a:lvl7pPr>
            <a:lvl8pPr>
              <a:defRPr sz="900" b="0" i="0">
                <a:solidFill>
                  <a:srgbClr val="708097"/>
                </a:solidFill>
              </a:defRPr>
            </a:lvl8pPr>
            <a:lvl9pPr>
              <a:defRPr sz="900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708097"/>
                </a:solidFill>
              </a:defRPr>
            </a:pPr>
            <a:r>
              <a:rPr sz="900" b="0" i="0">
                <a:solidFill>
                  <a:srgbClr val="708097"/>
                </a:solidFill>
              </a:rPr>
              <a:t>position_calibration.py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D3603F-7700-464E-B406-20111DFB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81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708097"/>
                </a:solidFill>
              </a:defRPr>
            </a:defPPr>
            <a:lvl1pPr>
              <a:defRPr sz="900" b="0" i="0">
                <a:solidFill>
                  <a:srgbClr val="708097"/>
                </a:solidFill>
              </a:defRPr>
            </a:lvl1pPr>
            <a:lvl2pPr>
              <a:defRPr sz="900" b="0" i="0">
                <a:solidFill>
                  <a:srgbClr val="708097"/>
                </a:solidFill>
              </a:defRPr>
            </a:lvl2pPr>
            <a:lvl3pPr>
              <a:defRPr sz="900" b="0" i="0">
                <a:solidFill>
                  <a:srgbClr val="708097"/>
                </a:solidFill>
              </a:defRPr>
            </a:lvl3pPr>
            <a:lvl4pPr>
              <a:defRPr sz="900" b="0" i="0">
                <a:solidFill>
                  <a:srgbClr val="708097"/>
                </a:solidFill>
              </a:defRPr>
            </a:lvl4pPr>
            <a:lvl5pPr>
              <a:defRPr sz="900" b="0" i="0">
                <a:solidFill>
                  <a:srgbClr val="708097"/>
                </a:solidFill>
              </a:defRPr>
            </a:lvl5pPr>
            <a:lvl6pPr>
              <a:defRPr sz="900" b="0" i="0">
                <a:solidFill>
                  <a:srgbClr val="708097"/>
                </a:solidFill>
              </a:defRPr>
            </a:lvl6pPr>
            <a:lvl7pPr>
              <a:defRPr sz="900" b="0" i="0">
                <a:solidFill>
                  <a:srgbClr val="708097"/>
                </a:solidFill>
              </a:defRPr>
            </a:lvl7pPr>
            <a:lvl8pPr>
              <a:defRPr sz="900" b="0" i="0">
                <a:solidFill>
                  <a:srgbClr val="708097"/>
                </a:solidFill>
              </a:defRPr>
            </a:lvl8pPr>
            <a:lvl9pPr>
              <a:defRPr sz="900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708097"/>
                </a:solidFill>
              </a:defRPr>
            </a:pPr>
            <a:r>
              <a:rPr sz="900" b="0" i="0">
                <a:solidFill>
                  <a:srgbClr val="708097"/>
                </a:solidFill>
              </a:rPr>
              <a:t>compliance_reporting_service.py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5CF292-5897-432C-A03B-7B19B0B3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57750"/>
            <a:ext cx="98679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6222B"/>
          </a:solidFill>
          <a:ln xmlns:a="http://schemas.openxmlformats.org/drawingml/2006/main" w="9525">
            <a:solidFill>
              <a:srgbClr val="28425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5BDC42-B1D4-44A3-9868-A1DAB611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F59E0B"/>
                </a:solidFill>
              </a:defRPr>
            </a:defPPr>
            <a:lvl1pPr>
              <a:defRPr sz="1050" b="1" i="0">
                <a:solidFill>
                  <a:srgbClr val="F59E0B"/>
                </a:solidFill>
              </a:defRPr>
            </a:lvl1pPr>
            <a:lvl2pPr>
              <a:defRPr sz="1050" b="1" i="0">
                <a:solidFill>
                  <a:srgbClr val="F59E0B"/>
                </a:solidFill>
              </a:defRPr>
            </a:lvl2pPr>
            <a:lvl3pPr>
              <a:defRPr sz="1050" b="1" i="0">
                <a:solidFill>
                  <a:srgbClr val="F59E0B"/>
                </a:solidFill>
              </a:defRPr>
            </a:lvl3pPr>
            <a:lvl4pPr>
              <a:defRPr sz="1050" b="1" i="0">
                <a:solidFill>
                  <a:srgbClr val="F59E0B"/>
                </a:solidFill>
              </a:defRPr>
            </a:lvl4pPr>
            <a:lvl5pPr>
              <a:defRPr sz="1050" b="1" i="0">
                <a:solidFill>
                  <a:srgbClr val="F59E0B"/>
                </a:solidFill>
              </a:defRPr>
            </a:lvl5pPr>
            <a:lvl6pPr>
              <a:defRPr sz="1050" b="1" i="0">
                <a:solidFill>
                  <a:srgbClr val="F59E0B"/>
                </a:solidFill>
              </a:defRPr>
            </a:lvl6pPr>
            <a:lvl7pPr>
              <a:defRPr sz="1050" b="1" i="0">
                <a:solidFill>
                  <a:srgbClr val="F59E0B"/>
                </a:solidFill>
              </a:defRPr>
            </a:lvl7pPr>
            <a:lvl8pPr>
              <a:defRPr sz="1050" b="1" i="0">
                <a:solidFill>
                  <a:srgbClr val="F59E0B"/>
                </a:solidFill>
              </a:defRPr>
            </a:lvl8pPr>
            <a:lvl9pPr>
              <a:defRPr sz="10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F59E0B"/>
                </a:solidFill>
              </a:defRPr>
            </a:pPr>
            <a:r>
              <a:rPr sz="1050" b="1" i="0">
                <a:solidFill>
                  <a:srgbClr val="F59E0B"/>
                </a:solidFill>
              </a:rPr>
              <a:t>Evidence gates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2A9E14-2AF1-4C7C-9C73-532DDA4A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E2E8F0"/>
                </a:solidFill>
              </a:defRPr>
            </a:defPPr>
            <a:lvl1pPr>
              <a:defRPr sz="1200" b="0" i="0">
                <a:solidFill>
                  <a:srgbClr val="E2E8F0"/>
                </a:solidFill>
              </a:defRPr>
            </a:lvl1pPr>
            <a:lvl2pPr>
              <a:defRPr sz="1200" b="0" i="0">
                <a:solidFill>
                  <a:srgbClr val="E2E8F0"/>
                </a:solidFill>
              </a:defRPr>
            </a:lvl2pPr>
            <a:lvl3pPr>
              <a:defRPr sz="1200" b="0" i="0">
                <a:solidFill>
                  <a:srgbClr val="E2E8F0"/>
                </a:solidFill>
              </a:defRPr>
            </a:lvl3pPr>
            <a:lvl4pPr>
              <a:defRPr sz="1200" b="0" i="0">
                <a:solidFill>
                  <a:srgbClr val="E2E8F0"/>
                </a:solidFill>
              </a:defRPr>
            </a:lvl4pPr>
            <a:lvl5pPr>
              <a:defRPr sz="1200" b="0" i="0">
                <a:solidFill>
                  <a:srgbClr val="E2E8F0"/>
                </a:solidFill>
              </a:defRPr>
            </a:lvl5pPr>
            <a:lvl6pPr>
              <a:defRPr sz="1200" b="0" i="0">
                <a:solidFill>
                  <a:srgbClr val="E2E8F0"/>
                </a:solidFill>
              </a:defRPr>
            </a:lvl6pPr>
            <a:lvl7pPr>
              <a:defRPr sz="1200" b="0" i="0">
                <a:solidFill>
                  <a:srgbClr val="E2E8F0"/>
                </a:solidFill>
              </a:defRPr>
            </a:lvl7pPr>
            <a:lvl8pPr>
              <a:defRPr sz="1200" b="0" i="0">
                <a:solidFill>
                  <a:srgbClr val="E2E8F0"/>
                </a:solidFill>
              </a:defRPr>
            </a:lvl8pPr>
            <a:lvl9pPr>
              <a:defRPr sz="120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Detection ≥ 0.60 for product crops. Catalogue decisions require shelf-scoped candidates. Missing-stock claims require calibrated positions.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4C703D-5602-42B5-84B7-BFD0004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9E279A-5E97-4CC9-8A67-6E82180A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05  /  16</a:t>
            </a:r>
          </a:p>
        </p:txBody>
      </p:sp>
    </p:spTree>
    <p:extLst>
      <p:ext uri="{BB962C8B-B14F-4D97-AF65-F5344CB8AC3E}">
        <p14:creationId xmlns:p14="http://schemas.microsoft.com/office/powerpoint/2010/main" val="15606330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218766-5F0F-4383-93B4-0BC8444A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2448D-BEE0-49B6-89F1-023DD120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F798D-925F-4F70-8FA4-7C9AFB36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A modular monolith with local persistence and a separate image-parsing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D2AA4-215F-4B19-A5D5-651FF48D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4D4BA-8789-45B5-90C9-1F24FE6B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2857500" cy="2438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4232C"/>
          </a:solidFill>
          <a:ln xmlns:a="http://schemas.openxmlformats.org/drawingml/2006/main" w="9525">
            <a:solidFill>
              <a:srgbClr val="2450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4FD04-1B49-4913-8D3D-D7355D06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57400"/>
            <a:ext cx="2857500" cy="2438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81D28"/>
          </a:solidFill>
          <a:ln xmlns:a="http://schemas.openxmlformats.org/drawingml/2006/main" w="9525">
            <a:solidFill>
              <a:srgbClr val="3941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88406-311F-421F-AAE7-07269450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57400"/>
            <a:ext cx="2857500" cy="2438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2B29"/>
          </a:solidFill>
          <a:ln xmlns:a="http://schemas.openxmlformats.org/drawingml/2006/main" w="9525">
            <a:solidFill>
              <a:srgbClr val="2D5E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10495-6514-4CCE-9C04-21950032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 i="0">
                <a:solidFill>
                  <a:srgbClr val="38BDF8"/>
                </a:solidFill>
              </a:defRPr>
            </a:defPPr>
            <a:lvl1pPr>
              <a:defRPr sz="1650" b="1" i="0">
                <a:solidFill>
                  <a:srgbClr val="38BDF8"/>
                </a:solidFill>
              </a:defRPr>
            </a:lvl1pPr>
            <a:lvl2pPr>
              <a:defRPr sz="1650" b="1" i="0">
                <a:solidFill>
                  <a:srgbClr val="38BDF8"/>
                </a:solidFill>
              </a:defRPr>
            </a:lvl2pPr>
            <a:lvl3pPr>
              <a:defRPr sz="1650" b="1" i="0">
                <a:solidFill>
                  <a:srgbClr val="38BDF8"/>
                </a:solidFill>
              </a:defRPr>
            </a:lvl3pPr>
            <a:lvl4pPr>
              <a:defRPr sz="1650" b="1" i="0">
                <a:solidFill>
                  <a:srgbClr val="38BDF8"/>
                </a:solidFill>
              </a:defRPr>
            </a:lvl4pPr>
            <a:lvl5pPr>
              <a:defRPr sz="1650" b="1" i="0">
                <a:solidFill>
                  <a:srgbClr val="38BDF8"/>
                </a:solidFill>
              </a:defRPr>
            </a:lvl5pPr>
            <a:lvl6pPr>
              <a:defRPr sz="1650" b="1" i="0">
                <a:solidFill>
                  <a:srgbClr val="38BDF8"/>
                </a:solidFill>
              </a:defRPr>
            </a:lvl6pPr>
            <a:lvl7pPr>
              <a:defRPr sz="1650" b="1" i="0">
                <a:solidFill>
                  <a:srgbClr val="38BDF8"/>
                </a:solidFill>
              </a:defRPr>
            </a:lvl7pPr>
            <a:lvl8pPr>
              <a:defRPr sz="1650" b="1" i="0">
                <a:solidFill>
                  <a:srgbClr val="38BDF8"/>
                </a:solidFill>
              </a:defRPr>
            </a:lvl8pPr>
            <a:lvl9pPr>
              <a:defRPr sz="1650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38BDF8"/>
                </a:solidFill>
              </a:defRPr>
            </a:pPr>
            <a:r>
              <a:rPr sz="1650" b="1" i="0">
                <a:solidFill>
                  <a:srgbClr val="38BDF8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FDA41-4749-4642-9C27-BA84D4CD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Next.js + TypeScript</a:t>
            </a:r>
          </a:p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Dashboard, Planogram Designer</a:t>
            </a:r>
          </a:p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Analysis and compliance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D97A1-4798-4FB1-A38F-B0A3B446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A8B1C1"/>
                </a:solidFill>
              </a:defRPr>
            </a:defPPr>
            <a:lvl1pPr>
              <a:defRPr sz="1050" b="0" i="0">
                <a:solidFill>
                  <a:srgbClr val="A8B1C1"/>
                </a:solidFill>
              </a:defRPr>
            </a:lvl1pPr>
            <a:lvl2pPr>
              <a:defRPr sz="1050" b="0" i="0">
                <a:solidFill>
                  <a:srgbClr val="A8B1C1"/>
                </a:solidFill>
              </a:defRPr>
            </a:lvl2pPr>
            <a:lvl3pPr>
              <a:defRPr sz="1050" b="0" i="0">
                <a:solidFill>
                  <a:srgbClr val="A8B1C1"/>
                </a:solidFill>
              </a:defRPr>
            </a:lvl3pPr>
            <a:lvl4pPr>
              <a:defRPr sz="1050" b="0" i="0">
                <a:solidFill>
                  <a:srgbClr val="A8B1C1"/>
                </a:solidFill>
              </a:defRPr>
            </a:lvl4pPr>
            <a:lvl5pPr>
              <a:defRPr sz="1050" b="0" i="0">
                <a:solidFill>
                  <a:srgbClr val="A8B1C1"/>
                </a:solidFill>
              </a:defRPr>
            </a:lvl5pPr>
            <a:lvl6pPr>
              <a:defRPr sz="1050" b="0" i="0">
                <a:solidFill>
                  <a:srgbClr val="A8B1C1"/>
                </a:solidFill>
              </a:defRPr>
            </a:lvl6pPr>
            <a:lvl7pPr>
              <a:defRPr sz="1050" b="0" i="0">
                <a:solidFill>
                  <a:srgbClr val="A8B1C1"/>
                </a:solidFill>
              </a:defRPr>
            </a:lvl7pPr>
            <a:lvl8pPr>
              <a:defRPr sz="1050" b="0" i="0">
                <a:solidFill>
                  <a:srgbClr val="A8B1C1"/>
                </a:solidFill>
              </a:defRPr>
            </a:lvl8pPr>
            <a:lvl9pPr>
              <a:defRPr sz="105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A8B1C1"/>
                </a:solidFill>
              </a:defRPr>
            </a:pPr>
            <a:r>
              <a:rPr sz="1050" b="0" i="0">
                <a:solidFill>
                  <a:srgbClr val="A8B1C1"/>
                </a:solidFill>
              </a:rPr>
              <a:t>Client API</a:t>
            </a:r>
          </a:p>
          <a:p xmlns:a="http://schemas.openxmlformats.org/drawingml/2006/main">
            <a:pPr>
              <a:defRPr sz="1050" b="0" i="0">
                <a:solidFill>
                  <a:srgbClr val="A8B1C1"/>
                </a:solidFill>
              </a:defRPr>
            </a:pPr>
            <a:r>
              <a:rPr sz="1050" b="0" i="0">
                <a:solidFill>
                  <a:srgbClr val="A8B1C1"/>
                </a:solidFill>
              </a:rPr>
              <a:t>api.ts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36859-5C35-4A84-B5D0-5F9273C7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3050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 i="0">
                <a:solidFill>
                  <a:srgbClr val="2DD4BF"/>
                </a:solidFill>
              </a:defRPr>
            </a:defPPr>
            <a:lvl1pPr>
              <a:defRPr sz="1650" b="1" i="0">
                <a:solidFill>
                  <a:srgbClr val="2DD4BF"/>
                </a:solidFill>
              </a:defRPr>
            </a:lvl1pPr>
            <a:lvl2pPr>
              <a:defRPr sz="1650" b="1" i="0">
                <a:solidFill>
                  <a:srgbClr val="2DD4BF"/>
                </a:solidFill>
              </a:defRPr>
            </a:lvl2pPr>
            <a:lvl3pPr>
              <a:defRPr sz="1650" b="1" i="0">
                <a:solidFill>
                  <a:srgbClr val="2DD4BF"/>
                </a:solidFill>
              </a:defRPr>
            </a:lvl3pPr>
            <a:lvl4pPr>
              <a:defRPr sz="1650" b="1" i="0">
                <a:solidFill>
                  <a:srgbClr val="2DD4BF"/>
                </a:solidFill>
              </a:defRPr>
            </a:lvl4pPr>
            <a:lvl5pPr>
              <a:defRPr sz="1650" b="1" i="0">
                <a:solidFill>
                  <a:srgbClr val="2DD4BF"/>
                </a:solidFill>
              </a:defRPr>
            </a:lvl5pPr>
            <a:lvl6pPr>
              <a:defRPr sz="1650" b="1" i="0">
                <a:solidFill>
                  <a:srgbClr val="2DD4BF"/>
                </a:solidFill>
              </a:defRPr>
            </a:lvl6pPr>
            <a:lvl7pPr>
              <a:defRPr sz="1650" b="1" i="0">
                <a:solidFill>
                  <a:srgbClr val="2DD4BF"/>
                </a:solidFill>
              </a:defRPr>
            </a:lvl7pPr>
            <a:lvl8pPr>
              <a:defRPr sz="1650" b="1" i="0">
                <a:solidFill>
                  <a:srgbClr val="2DD4BF"/>
                </a:solidFill>
              </a:defRPr>
            </a:lvl8pPr>
            <a:lvl9pPr>
              <a:defRPr sz="16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03C43-B8C4-4202-92F8-77933A86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800350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FastAPI + SQLAlchemy</a:t>
            </a:r>
          </a:p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REST routes, audit snapshots</a:t>
            </a:r>
          </a:p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Compliance and reporting 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FDD72-4093-4A61-9D2B-55563936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95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A8B1C1"/>
                </a:solidFill>
              </a:defRPr>
            </a:defPPr>
            <a:lvl1pPr>
              <a:defRPr sz="1050" b="0" i="0">
                <a:solidFill>
                  <a:srgbClr val="A8B1C1"/>
                </a:solidFill>
              </a:defRPr>
            </a:lvl1pPr>
            <a:lvl2pPr>
              <a:defRPr sz="1050" b="0" i="0">
                <a:solidFill>
                  <a:srgbClr val="A8B1C1"/>
                </a:solidFill>
              </a:defRPr>
            </a:lvl2pPr>
            <a:lvl3pPr>
              <a:defRPr sz="1050" b="0" i="0">
                <a:solidFill>
                  <a:srgbClr val="A8B1C1"/>
                </a:solidFill>
              </a:defRPr>
            </a:lvl3pPr>
            <a:lvl4pPr>
              <a:defRPr sz="1050" b="0" i="0">
                <a:solidFill>
                  <a:srgbClr val="A8B1C1"/>
                </a:solidFill>
              </a:defRPr>
            </a:lvl4pPr>
            <a:lvl5pPr>
              <a:defRPr sz="1050" b="0" i="0">
                <a:solidFill>
                  <a:srgbClr val="A8B1C1"/>
                </a:solidFill>
              </a:defRPr>
            </a:lvl5pPr>
            <a:lvl6pPr>
              <a:defRPr sz="1050" b="0" i="0">
                <a:solidFill>
                  <a:srgbClr val="A8B1C1"/>
                </a:solidFill>
              </a:defRPr>
            </a:lvl6pPr>
            <a:lvl7pPr>
              <a:defRPr sz="1050" b="0" i="0">
                <a:solidFill>
                  <a:srgbClr val="A8B1C1"/>
                </a:solidFill>
              </a:defRPr>
            </a:lvl7pPr>
            <a:lvl8pPr>
              <a:defRPr sz="1050" b="0" i="0">
                <a:solidFill>
                  <a:srgbClr val="A8B1C1"/>
                </a:solidFill>
              </a:defRPr>
            </a:lvl8pPr>
            <a:lvl9pPr>
              <a:defRPr sz="105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A8B1C1"/>
                </a:solidFill>
              </a:defRPr>
            </a:pPr>
            <a:r>
              <a:rPr sz="1050" b="0" i="0">
                <a:solidFill>
                  <a:srgbClr val="A8B1C1"/>
                </a:solidFill>
              </a:rPr>
              <a:t>image-parsing package</a:t>
            </a:r>
          </a:p>
          <a:p xmlns:a="http://schemas.openxmlformats.org/drawingml/2006/main">
            <a:pPr>
              <a:defRPr sz="1050" b="0" i="0">
                <a:solidFill>
                  <a:srgbClr val="A8B1C1"/>
                </a:solidFill>
              </a:defRPr>
            </a:pPr>
            <a:r>
              <a:rPr sz="1050" b="0" i="0">
                <a:solidFill>
                  <a:srgbClr val="A8B1C1"/>
                </a:solidFill>
              </a:rPr>
              <a:t>YOLO + OpenCV + CV utilities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3DFE8-9327-4689-87C3-ABBE0D8E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 i="0">
                <a:solidFill>
                  <a:srgbClr val="6EE7B7"/>
                </a:solidFill>
              </a:defRPr>
            </a:defPPr>
            <a:lvl1pPr>
              <a:defRPr sz="1650" b="1" i="0">
                <a:solidFill>
                  <a:srgbClr val="6EE7B7"/>
                </a:solidFill>
              </a:defRPr>
            </a:lvl1pPr>
            <a:lvl2pPr>
              <a:defRPr sz="1650" b="1" i="0">
                <a:solidFill>
                  <a:srgbClr val="6EE7B7"/>
                </a:solidFill>
              </a:defRPr>
            </a:lvl2pPr>
            <a:lvl3pPr>
              <a:defRPr sz="1650" b="1" i="0">
                <a:solidFill>
                  <a:srgbClr val="6EE7B7"/>
                </a:solidFill>
              </a:defRPr>
            </a:lvl3pPr>
            <a:lvl4pPr>
              <a:defRPr sz="1650" b="1" i="0">
                <a:solidFill>
                  <a:srgbClr val="6EE7B7"/>
                </a:solidFill>
              </a:defRPr>
            </a:lvl4pPr>
            <a:lvl5pPr>
              <a:defRPr sz="1650" b="1" i="0">
                <a:solidFill>
                  <a:srgbClr val="6EE7B7"/>
                </a:solidFill>
              </a:defRPr>
            </a:lvl5pPr>
            <a:lvl6pPr>
              <a:defRPr sz="1650" b="1" i="0">
                <a:solidFill>
                  <a:srgbClr val="6EE7B7"/>
                </a:solidFill>
              </a:defRPr>
            </a:lvl6pPr>
            <a:lvl7pPr>
              <a:defRPr sz="1650" b="1" i="0">
                <a:solidFill>
                  <a:srgbClr val="6EE7B7"/>
                </a:solidFill>
              </a:defRPr>
            </a:lvl7pPr>
            <a:lvl8pPr>
              <a:defRPr sz="1650" b="1" i="0">
                <a:solidFill>
                  <a:srgbClr val="6EE7B7"/>
                </a:solidFill>
              </a:defRPr>
            </a:lvl8pPr>
            <a:lvl9pPr>
              <a:defRPr sz="1650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6EE7B7"/>
                </a:solidFill>
              </a:defRPr>
            </a:pPr>
            <a:r>
              <a:rPr sz="1650" b="1" i="0">
                <a:solidFill>
                  <a:srgbClr val="6EE7B7"/>
                </a:solidFill>
              </a:rPr>
              <a:t>Persistence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8F87D-2CF9-46CA-9C71-A70DEB56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SQLite database</a:t>
            </a:r>
          </a:p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Local uploads and derived crops</a:t>
            </a:r>
          </a:p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Versioned JSON / ZIP exports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87580-0C46-4FF3-AE3C-166B07BA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95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A8B1C1"/>
                </a:solidFill>
              </a:defRPr>
            </a:defPPr>
            <a:lvl1pPr>
              <a:defRPr sz="1050" b="0" i="0">
                <a:solidFill>
                  <a:srgbClr val="A8B1C1"/>
                </a:solidFill>
              </a:defRPr>
            </a:lvl1pPr>
            <a:lvl2pPr>
              <a:defRPr sz="1050" b="0" i="0">
                <a:solidFill>
                  <a:srgbClr val="A8B1C1"/>
                </a:solidFill>
              </a:defRPr>
            </a:lvl2pPr>
            <a:lvl3pPr>
              <a:defRPr sz="1050" b="0" i="0">
                <a:solidFill>
                  <a:srgbClr val="A8B1C1"/>
                </a:solidFill>
              </a:defRPr>
            </a:lvl3pPr>
            <a:lvl4pPr>
              <a:defRPr sz="1050" b="0" i="0">
                <a:solidFill>
                  <a:srgbClr val="A8B1C1"/>
                </a:solidFill>
              </a:defRPr>
            </a:lvl4pPr>
            <a:lvl5pPr>
              <a:defRPr sz="1050" b="0" i="0">
                <a:solidFill>
                  <a:srgbClr val="A8B1C1"/>
                </a:solidFill>
              </a:defRPr>
            </a:lvl5pPr>
            <a:lvl6pPr>
              <a:defRPr sz="1050" b="0" i="0">
                <a:solidFill>
                  <a:srgbClr val="A8B1C1"/>
                </a:solidFill>
              </a:defRPr>
            </a:lvl6pPr>
            <a:lvl7pPr>
              <a:defRPr sz="1050" b="0" i="0">
                <a:solidFill>
                  <a:srgbClr val="A8B1C1"/>
                </a:solidFill>
              </a:defRPr>
            </a:lvl7pPr>
            <a:lvl8pPr>
              <a:defRPr sz="1050" b="0" i="0">
                <a:solidFill>
                  <a:srgbClr val="A8B1C1"/>
                </a:solidFill>
              </a:defRPr>
            </a:lvl8pPr>
            <a:lvl9pPr>
              <a:defRPr sz="105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A8B1C1"/>
                </a:solidFill>
              </a:defRPr>
            </a:pPr>
            <a:r>
              <a:rPr sz="1050" b="0" i="0">
                <a:solidFill>
                  <a:srgbClr val="A8B1C1"/>
                </a:solidFill>
              </a:rPr>
              <a:t>Packshots + embeddings</a:t>
            </a:r>
          </a:p>
          <a:p xmlns:a="http://schemas.openxmlformats.org/drawingml/2006/main">
            <a:pPr>
              <a:defRPr sz="1050" b="0" i="0">
                <a:solidFill>
                  <a:srgbClr val="A8B1C1"/>
                </a:solidFill>
              </a:defRPr>
            </a:pPr>
            <a:r>
              <a:rPr sz="1050" b="0" i="0">
                <a:solidFill>
                  <a:srgbClr val="A8B1C1"/>
                </a:solidFill>
              </a:rPr>
              <a:t>Audit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655B2-A3C5-4C54-AA3B-842B8B1C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76600"/>
            <a:ext cx="122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BF95C-9B77-42B2-940E-DC3FF3AF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99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REST / multipart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6A224-507C-43B7-95A1-6BBB3B9E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76600"/>
            <a:ext cx="122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E7B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CEC7F-0970-4EC8-9CB3-D53D4831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99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paths + 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E2C2A-A277-46A2-82DB-7A2C9535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33975"/>
            <a:ext cx="7581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842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3E864-C862-4154-B386-00714738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8637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Invariant: physical centimetres govern shelf layout. Frontend pixels only project that geometry for interaction and display.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A1DA77-F0F7-4D15-9DE7-DF34C4C9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175C8F-846A-4DD4-87B8-A1366228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06  /  16</a:t>
            </a:r>
          </a:p>
        </p:txBody>
      </p:sp>
    </p:spTree>
    <p:extLst>
      <p:ext uri="{BB962C8B-B14F-4D97-AF65-F5344CB8AC3E}">
        <p14:creationId xmlns:p14="http://schemas.microsoft.com/office/powerpoint/2010/main" val="990973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05A1C8-78DC-42AC-B9AB-2D7F8A24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BFB79-B606-496C-A763-6726927F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Inputs and frozen audit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2AD35-96E5-47E9-A2F8-3406D066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Each processing job captures the planogram state and the relevant shelf catalogue before analysis begins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0834A-5C07-4609-A700-60E6ABCD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64000-FA25-482E-BEE9-DE8A2F09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610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D027A-E800-4A5F-A8B6-3797BDDE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2DD4BF"/>
                </a:solidFill>
              </a:defRPr>
            </a:defPPr>
            <a:lvl1pPr>
              <a:defRPr sz="1200" b="1" i="0">
                <a:solidFill>
                  <a:srgbClr val="2DD4BF"/>
                </a:solidFill>
              </a:defRPr>
            </a:lvl1pPr>
            <a:lvl2pPr>
              <a:defRPr sz="1200" b="1" i="0">
                <a:solidFill>
                  <a:srgbClr val="2DD4BF"/>
                </a:solidFill>
              </a:defRPr>
            </a:lvl2pPr>
            <a:lvl3pPr>
              <a:defRPr sz="1200" b="1" i="0">
                <a:solidFill>
                  <a:srgbClr val="2DD4BF"/>
                </a:solidFill>
              </a:defRPr>
            </a:lvl3pPr>
            <a:lvl4pPr>
              <a:defRPr sz="1200" b="1" i="0">
                <a:solidFill>
                  <a:srgbClr val="2DD4BF"/>
                </a:solidFill>
              </a:defRPr>
            </a:lvl4pPr>
            <a:lvl5pPr>
              <a:defRPr sz="1200" b="1" i="0">
                <a:solidFill>
                  <a:srgbClr val="2DD4BF"/>
                </a:solidFill>
              </a:defRPr>
            </a:lvl5pPr>
            <a:lvl6pPr>
              <a:defRPr sz="1200" b="1" i="0">
                <a:solidFill>
                  <a:srgbClr val="2DD4BF"/>
                </a:solidFill>
              </a:defRPr>
            </a:lvl6pPr>
            <a:lvl7pPr>
              <a:defRPr sz="1200" b="1" i="0">
                <a:solidFill>
                  <a:srgbClr val="2DD4BF"/>
                </a:solidFill>
              </a:defRPr>
            </a:lvl7pPr>
            <a:lvl8pPr>
              <a:defRPr sz="1200" b="1" i="0">
                <a:solidFill>
                  <a:srgbClr val="2DD4BF"/>
                </a:solidFill>
              </a:defRPr>
            </a:lvl8pPr>
            <a:lvl9pPr>
              <a:defRPr sz="12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2DD4BF"/>
                </a:solidFill>
              </a:defRPr>
            </a:pPr>
            <a:r>
              <a:rPr sz="1200" b="1" i="0">
                <a:solidFill>
                  <a:srgbClr val="2DD4BF"/>
                </a:solidFill>
              </a:rPr>
              <a:t>Planogram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4B972-B528-4DDF-B602-C56442D2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66925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F8FAFC"/>
                </a:solidFill>
              </a:defRPr>
            </a:defPPr>
            <a:lvl1pPr>
              <a:defRPr sz="1050" b="0" i="0">
                <a:solidFill>
                  <a:srgbClr val="F8FAFC"/>
                </a:solidFill>
              </a:defRPr>
            </a:lvl1pPr>
            <a:lvl2pPr>
              <a:defRPr sz="1050" b="0" i="0">
                <a:solidFill>
                  <a:srgbClr val="F8FAFC"/>
                </a:solidFill>
              </a:defRPr>
            </a:lvl2pPr>
            <a:lvl3pPr>
              <a:defRPr sz="1050" b="0" i="0">
                <a:solidFill>
                  <a:srgbClr val="F8FAFC"/>
                </a:solidFill>
              </a:defRPr>
            </a:lvl3pPr>
            <a:lvl4pPr>
              <a:defRPr sz="1050" b="0" i="0">
                <a:solidFill>
                  <a:srgbClr val="F8FAFC"/>
                </a:solidFill>
              </a:defRPr>
            </a:lvl4pPr>
            <a:lvl5pPr>
              <a:defRPr sz="1050" b="0" i="0">
                <a:solidFill>
                  <a:srgbClr val="F8FAFC"/>
                </a:solidFill>
              </a:defRPr>
            </a:lvl5pPr>
            <a:lvl6pPr>
              <a:defRPr sz="1050" b="0" i="0">
                <a:solidFill>
                  <a:srgbClr val="F8FAFC"/>
                </a:solidFill>
              </a:defRPr>
            </a:lvl6pPr>
            <a:lvl7pPr>
              <a:defRPr sz="1050" b="0" i="0">
                <a:solidFill>
                  <a:srgbClr val="F8FAFC"/>
                </a:solidFill>
              </a:defRPr>
            </a:lvl7pPr>
            <a:lvl8pPr>
              <a:defRPr sz="1050" b="0" i="0">
                <a:solidFill>
                  <a:srgbClr val="F8FAFC"/>
                </a:solidFill>
              </a:defRPr>
            </a:lvl8pPr>
            <a:lvl9pPr>
              <a:defRPr sz="105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F8FAFC"/>
                </a:solidFill>
              </a:defRPr>
            </a:pPr>
            <a:r>
              <a:rPr sz="1050" b="0" i="0">
                <a:solidFill>
                  <a:srgbClr val="F8FAFC"/>
                </a:solidFill>
              </a:rPr>
              <a:t>Shelf width, rows, product placements, facings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D52A3-EC86-4451-BAA8-DB378901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764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Expected physical arrangement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FD42C-7BD8-49C3-89FF-E5C48BC9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610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FC09F-200C-4FC4-8191-4D9B2C62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38BDF8"/>
                </a:solidFill>
              </a:defRPr>
            </a:defPPr>
            <a:lvl1pPr>
              <a:defRPr sz="1200" b="1" i="0">
                <a:solidFill>
                  <a:srgbClr val="38BDF8"/>
                </a:solidFill>
              </a:defRPr>
            </a:lvl1pPr>
            <a:lvl2pPr>
              <a:defRPr sz="1200" b="1" i="0">
                <a:solidFill>
                  <a:srgbClr val="38BDF8"/>
                </a:solidFill>
              </a:defRPr>
            </a:lvl2pPr>
            <a:lvl3pPr>
              <a:defRPr sz="1200" b="1" i="0">
                <a:solidFill>
                  <a:srgbClr val="38BDF8"/>
                </a:solidFill>
              </a:defRPr>
            </a:lvl3pPr>
            <a:lvl4pPr>
              <a:defRPr sz="1200" b="1" i="0">
                <a:solidFill>
                  <a:srgbClr val="38BDF8"/>
                </a:solidFill>
              </a:defRPr>
            </a:lvl4pPr>
            <a:lvl5pPr>
              <a:defRPr sz="1200" b="1" i="0">
                <a:solidFill>
                  <a:srgbClr val="38BDF8"/>
                </a:solidFill>
              </a:defRPr>
            </a:lvl5pPr>
            <a:lvl6pPr>
              <a:defRPr sz="1200" b="1" i="0">
                <a:solidFill>
                  <a:srgbClr val="38BDF8"/>
                </a:solidFill>
              </a:defRPr>
            </a:lvl6pPr>
            <a:lvl7pPr>
              <a:defRPr sz="1200" b="1" i="0">
                <a:solidFill>
                  <a:srgbClr val="38BDF8"/>
                </a:solidFill>
              </a:defRPr>
            </a:lvl7pPr>
            <a:lvl8pPr>
              <a:defRPr sz="1200" b="1" i="0">
                <a:solidFill>
                  <a:srgbClr val="38BDF8"/>
                </a:solidFill>
              </a:defRPr>
            </a:lvl8pPr>
            <a:lvl9pPr>
              <a:defRPr sz="1200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38BDF8"/>
                </a:solidFill>
              </a:defRPr>
            </a:pPr>
            <a:r>
              <a:rPr sz="1200" b="1" i="0">
                <a:solidFill>
                  <a:srgbClr val="38BDF8"/>
                </a:solidFill>
              </a:rPr>
              <a:t>Shelf photograph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BCF30-5894-47CD-8E99-BE3E4703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9560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F8FAFC"/>
                </a:solidFill>
              </a:defRPr>
            </a:defPPr>
            <a:lvl1pPr>
              <a:defRPr sz="1050" b="0" i="0">
                <a:solidFill>
                  <a:srgbClr val="F8FAFC"/>
                </a:solidFill>
              </a:defRPr>
            </a:lvl1pPr>
            <a:lvl2pPr>
              <a:defRPr sz="1050" b="0" i="0">
                <a:solidFill>
                  <a:srgbClr val="F8FAFC"/>
                </a:solidFill>
              </a:defRPr>
            </a:lvl2pPr>
            <a:lvl3pPr>
              <a:defRPr sz="1050" b="0" i="0">
                <a:solidFill>
                  <a:srgbClr val="F8FAFC"/>
                </a:solidFill>
              </a:defRPr>
            </a:lvl3pPr>
            <a:lvl4pPr>
              <a:defRPr sz="1050" b="0" i="0">
                <a:solidFill>
                  <a:srgbClr val="F8FAFC"/>
                </a:solidFill>
              </a:defRPr>
            </a:lvl4pPr>
            <a:lvl5pPr>
              <a:defRPr sz="1050" b="0" i="0">
                <a:solidFill>
                  <a:srgbClr val="F8FAFC"/>
                </a:solidFill>
              </a:defRPr>
            </a:lvl5pPr>
            <a:lvl6pPr>
              <a:defRPr sz="1050" b="0" i="0">
                <a:solidFill>
                  <a:srgbClr val="F8FAFC"/>
                </a:solidFill>
              </a:defRPr>
            </a:lvl6pPr>
            <a:lvl7pPr>
              <a:defRPr sz="1050" b="0" i="0">
                <a:solidFill>
                  <a:srgbClr val="F8FAFC"/>
                </a:solidFill>
              </a:defRPr>
            </a:lvl7pPr>
            <a:lvl8pPr>
              <a:defRPr sz="1050" b="0" i="0">
                <a:solidFill>
                  <a:srgbClr val="F8FAFC"/>
                </a:solidFill>
              </a:defRPr>
            </a:lvl8pPr>
            <a:lvl9pPr>
              <a:defRPr sz="105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F8FAFC"/>
                </a:solidFill>
              </a:defRPr>
            </a:pPr>
            <a:r>
              <a:rPr sz="1050" b="0" i="0">
                <a:solidFill>
                  <a:srgbClr val="F8FAFC"/>
                </a:solidFill>
              </a:rPr>
              <a:t>Original uploaded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5F69E-3C10-42E1-B37D-41A654F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05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Observed visual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FF820-8154-4E04-83A9-1F4B925F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4610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987F1-42BD-4972-8344-3A233C52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59E0B"/>
                </a:solidFill>
              </a:defRPr>
            </a:defPPr>
            <a:lvl1pPr>
              <a:defRPr sz="1200" b="1" i="0">
                <a:solidFill>
                  <a:srgbClr val="F59E0B"/>
                </a:solidFill>
              </a:defRPr>
            </a:lvl1pPr>
            <a:lvl2pPr>
              <a:defRPr sz="1200" b="1" i="0">
                <a:solidFill>
                  <a:srgbClr val="F59E0B"/>
                </a:solidFill>
              </a:defRPr>
            </a:lvl2pPr>
            <a:lvl3pPr>
              <a:defRPr sz="1200" b="1" i="0">
                <a:solidFill>
                  <a:srgbClr val="F59E0B"/>
                </a:solidFill>
              </a:defRPr>
            </a:lvl3pPr>
            <a:lvl4pPr>
              <a:defRPr sz="1200" b="1" i="0">
                <a:solidFill>
                  <a:srgbClr val="F59E0B"/>
                </a:solidFill>
              </a:defRPr>
            </a:lvl4pPr>
            <a:lvl5pPr>
              <a:defRPr sz="1200" b="1" i="0">
                <a:solidFill>
                  <a:srgbClr val="F59E0B"/>
                </a:solidFill>
              </a:defRPr>
            </a:lvl5pPr>
            <a:lvl6pPr>
              <a:defRPr sz="1200" b="1" i="0">
                <a:solidFill>
                  <a:srgbClr val="F59E0B"/>
                </a:solidFill>
              </a:defRPr>
            </a:lvl6pPr>
            <a:lvl7pPr>
              <a:defRPr sz="1200" b="1" i="0">
                <a:solidFill>
                  <a:srgbClr val="F59E0B"/>
                </a:solidFill>
              </a:defRPr>
            </a:lvl7pPr>
            <a:lvl8pPr>
              <a:defRPr sz="1200" b="1" i="0">
                <a:solidFill>
                  <a:srgbClr val="F59E0B"/>
                </a:solidFill>
              </a:defRPr>
            </a:lvl8pPr>
            <a:lvl9pPr>
              <a:defRPr sz="120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59E0B"/>
                </a:solidFill>
              </a:defRPr>
            </a:pPr>
            <a:r>
              <a:rPr sz="1200" b="1" i="0">
                <a:solidFill>
                  <a:srgbClr val="F59E0B"/>
                </a:solidFill>
              </a:rPr>
              <a:t>Audit snapshot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C2DFE-02E5-4B40-B08C-0B97DC68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24275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F8FAFC"/>
                </a:solidFill>
              </a:defRPr>
            </a:defPPr>
            <a:lvl1pPr>
              <a:defRPr sz="1050" b="0" i="0">
                <a:solidFill>
                  <a:srgbClr val="F8FAFC"/>
                </a:solidFill>
              </a:defRPr>
            </a:lvl1pPr>
            <a:lvl2pPr>
              <a:defRPr sz="1050" b="0" i="0">
                <a:solidFill>
                  <a:srgbClr val="F8FAFC"/>
                </a:solidFill>
              </a:defRPr>
            </a:lvl2pPr>
            <a:lvl3pPr>
              <a:defRPr sz="1050" b="0" i="0">
                <a:solidFill>
                  <a:srgbClr val="F8FAFC"/>
                </a:solidFill>
              </a:defRPr>
            </a:lvl3pPr>
            <a:lvl4pPr>
              <a:defRPr sz="1050" b="0" i="0">
                <a:solidFill>
                  <a:srgbClr val="F8FAFC"/>
                </a:solidFill>
              </a:defRPr>
            </a:lvl4pPr>
            <a:lvl5pPr>
              <a:defRPr sz="1050" b="0" i="0">
                <a:solidFill>
                  <a:srgbClr val="F8FAFC"/>
                </a:solidFill>
              </a:defRPr>
            </a:lvl5pPr>
            <a:lvl6pPr>
              <a:defRPr sz="1050" b="0" i="0">
                <a:solidFill>
                  <a:srgbClr val="F8FAFC"/>
                </a:solidFill>
              </a:defRPr>
            </a:lvl6pPr>
            <a:lvl7pPr>
              <a:defRPr sz="1050" b="0" i="0">
                <a:solidFill>
                  <a:srgbClr val="F8FAFC"/>
                </a:solidFill>
              </a:defRPr>
            </a:lvl7pPr>
            <a:lvl8pPr>
              <a:defRPr sz="1050" b="0" i="0">
                <a:solidFill>
                  <a:srgbClr val="F8FAFC"/>
                </a:solidFill>
              </a:defRPr>
            </a:lvl8pPr>
            <a:lvl9pPr>
              <a:defRPr sz="105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F8FAFC"/>
                </a:solidFill>
              </a:defRPr>
            </a:pPr>
            <a:r>
              <a:rPr sz="1050" b="0" i="0">
                <a:solidFill>
                  <a:srgbClr val="F8FAFC"/>
                </a:solidFill>
              </a:rPr>
              <a:t>Expected facing slots + shelf-specific catalogue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D293D-CDCC-42C6-B1BD-CC1E54BE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338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Immutable comparison frame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54269-762C-4288-9BEC-C6499DD0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610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8D26F-7455-4607-93DB-4A894911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6EE7B7"/>
                </a:solidFill>
              </a:defRPr>
            </a:defPPr>
            <a:lvl1pPr>
              <a:defRPr sz="1200" b="1" i="0">
                <a:solidFill>
                  <a:srgbClr val="6EE7B7"/>
                </a:solidFill>
              </a:defRPr>
            </a:lvl1pPr>
            <a:lvl2pPr>
              <a:defRPr sz="1200" b="1" i="0">
                <a:solidFill>
                  <a:srgbClr val="6EE7B7"/>
                </a:solidFill>
              </a:defRPr>
            </a:lvl2pPr>
            <a:lvl3pPr>
              <a:defRPr sz="1200" b="1" i="0">
                <a:solidFill>
                  <a:srgbClr val="6EE7B7"/>
                </a:solidFill>
              </a:defRPr>
            </a:lvl3pPr>
            <a:lvl4pPr>
              <a:defRPr sz="1200" b="1" i="0">
                <a:solidFill>
                  <a:srgbClr val="6EE7B7"/>
                </a:solidFill>
              </a:defRPr>
            </a:lvl4pPr>
            <a:lvl5pPr>
              <a:defRPr sz="1200" b="1" i="0">
                <a:solidFill>
                  <a:srgbClr val="6EE7B7"/>
                </a:solidFill>
              </a:defRPr>
            </a:lvl5pPr>
            <a:lvl6pPr>
              <a:defRPr sz="1200" b="1" i="0">
                <a:solidFill>
                  <a:srgbClr val="6EE7B7"/>
                </a:solidFill>
              </a:defRPr>
            </a:lvl6pPr>
            <a:lvl7pPr>
              <a:defRPr sz="1200" b="1" i="0">
                <a:solidFill>
                  <a:srgbClr val="6EE7B7"/>
                </a:solidFill>
              </a:defRPr>
            </a:lvl7pPr>
            <a:lvl8pPr>
              <a:defRPr sz="1200" b="1" i="0">
                <a:solidFill>
                  <a:srgbClr val="6EE7B7"/>
                </a:solidFill>
              </a:defRPr>
            </a:lvl8pPr>
            <a:lvl9pPr>
              <a:defRPr sz="1200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Packshots + metadata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DC153-FDDA-42EE-9B52-68B9A553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5295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F8FAFC"/>
                </a:solidFill>
              </a:defRPr>
            </a:defPPr>
            <a:lvl1pPr>
              <a:defRPr sz="1050" b="0" i="0">
                <a:solidFill>
                  <a:srgbClr val="F8FAFC"/>
                </a:solidFill>
              </a:defRPr>
            </a:lvl1pPr>
            <a:lvl2pPr>
              <a:defRPr sz="1050" b="0" i="0">
                <a:solidFill>
                  <a:srgbClr val="F8FAFC"/>
                </a:solidFill>
              </a:defRPr>
            </a:lvl2pPr>
            <a:lvl3pPr>
              <a:defRPr sz="1050" b="0" i="0">
                <a:solidFill>
                  <a:srgbClr val="F8FAFC"/>
                </a:solidFill>
              </a:defRPr>
            </a:lvl3pPr>
            <a:lvl4pPr>
              <a:defRPr sz="1050" b="0" i="0">
                <a:solidFill>
                  <a:srgbClr val="F8FAFC"/>
                </a:solidFill>
              </a:defRPr>
            </a:lvl4pPr>
            <a:lvl5pPr>
              <a:defRPr sz="1050" b="0" i="0">
                <a:solidFill>
                  <a:srgbClr val="F8FAFC"/>
                </a:solidFill>
              </a:defRPr>
            </a:lvl5pPr>
            <a:lvl6pPr>
              <a:defRPr sz="1050" b="0" i="0">
                <a:solidFill>
                  <a:srgbClr val="F8FAFC"/>
                </a:solidFill>
              </a:defRPr>
            </a:lvl6pPr>
            <a:lvl7pPr>
              <a:defRPr sz="1050" b="0" i="0">
                <a:solidFill>
                  <a:srgbClr val="F8FAFC"/>
                </a:solidFill>
              </a:defRPr>
            </a:lvl7pPr>
            <a:lvl8pPr>
              <a:defRPr sz="1050" b="0" i="0">
                <a:solidFill>
                  <a:srgbClr val="F8FAFC"/>
                </a:solidFill>
              </a:defRPr>
            </a:lvl8pPr>
            <a:lvl9pPr>
              <a:defRPr sz="105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F8FAFC"/>
                </a:solidFill>
              </a:defRPr>
            </a:pPr>
            <a:r>
              <a:rPr sz="1050" b="0" i="0">
                <a:solidFill>
                  <a:srgbClr val="F8FAFC"/>
                </a:solidFill>
              </a:rPr>
              <a:t>Name, SKU, category, price, embeddings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41A39-A7FE-40A1-986B-2E5BE9AD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62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Candidate identity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282D2-C192-4C51-9EE9-B1A93880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71675"/>
            <a:ext cx="50292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21822"/>
          </a:solidFill>
          <a:ln xmlns:a="http://schemas.openxmlformats.org/drawingml/2006/main" w="9525">
            <a:solidFill>
              <a:srgbClr val="2C40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793111-FAB5-4CCB-87A0-EC1BF3C3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574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 i="0">
                <a:solidFill>
                  <a:srgbClr val="F8FAFC"/>
                </a:solidFill>
              </a:defRPr>
            </a:defPPr>
            <a:lvl1pPr>
              <a:defRPr sz="1725" b="1" i="0">
                <a:solidFill>
                  <a:srgbClr val="F8FAFC"/>
                </a:solidFill>
              </a:defRPr>
            </a:lvl1pPr>
            <a:lvl2pPr>
              <a:defRPr sz="1725" b="1" i="0">
                <a:solidFill>
                  <a:srgbClr val="F8FAFC"/>
                </a:solidFill>
              </a:defRPr>
            </a:lvl2pPr>
            <a:lvl3pPr>
              <a:defRPr sz="1725" b="1" i="0">
                <a:solidFill>
                  <a:srgbClr val="F8FAFC"/>
                </a:solidFill>
              </a:defRPr>
            </a:lvl3pPr>
            <a:lvl4pPr>
              <a:defRPr sz="1725" b="1" i="0">
                <a:solidFill>
                  <a:srgbClr val="F8FAFC"/>
                </a:solidFill>
              </a:defRPr>
            </a:lvl4pPr>
            <a:lvl5pPr>
              <a:defRPr sz="1725" b="1" i="0">
                <a:solidFill>
                  <a:srgbClr val="F8FAFC"/>
                </a:solidFill>
              </a:defRPr>
            </a:lvl5pPr>
            <a:lvl6pPr>
              <a:defRPr sz="1725" b="1" i="0">
                <a:solidFill>
                  <a:srgbClr val="F8FAFC"/>
                </a:solidFill>
              </a:defRPr>
            </a:lvl6pPr>
            <a:lvl7pPr>
              <a:defRPr sz="1725" b="1" i="0">
                <a:solidFill>
                  <a:srgbClr val="F8FAFC"/>
                </a:solidFill>
              </a:defRPr>
            </a:lvl7pPr>
            <a:lvl8pPr>
              <a:defRPr sz="1725" b="1" i="0">
                <a:solidFill>
                  <a:srgbClr val="F8FAFC"/>
                </a:solidFill>
              </a:defRPr>
            </a:lvl8pPr>
            <a:lvl9pPr>
              <a:defRPr sz="17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Why shelf-scoped candidates matter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98127-7552-49E3-A5E0-B15D45B3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4F4EB1-8737-4F71-8CC5-185E151A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781300"/>
            <a:ext cx="40957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E2E8F0"/>
                </a:solidFill>
              </a:defRPr>
            </a:defPPr>
            <a:lvl1pPr>
              <a:defRPr sz="1200" b="0" i="0">
                <a:solidFill>
                  <a:srgbClr val="E2E8F0"/>
                </a:solidFill>
              </a:defRPr>
            </a:lvl1pPr>
            <a:lvl2pPr>
              <a:defRPr sz="1200" b="0" i="0">
                <a:solidFill>
                  <a:srgbClr val="E2E8F0"/>
                </a:solidFill>
              </a:defRPr>
            </a:lvl2pPr>
            <a:lvl3pPr>
              <a:defRPr sz="1200" b="0" i="0">
                <a:solidFill>
                  <a:srgbClr val="E2E8F0"/>
                </a:solidFill>
              </a:defRPr>
            </a:lvl3pPr>
            <a:lvl4pPr>
              <a:defRPr sz="1200" b="0" i="0">
                <a:solidFill>
                  <a:srgbClr val="E2E8F0"/>
                </a:solidFill>
              </a:defRPr>
            </a:lvl4pPr>
            <a:lvl5pPr>
              <a:defRPr sz="1200" b="0" i="0">
                <a:solidFill>
                  <a:srgbClr val="E2E8F0"/>
                </a:solidFill>
              </a:defRPr>
            </a:lvl5pPr>
            <a:lvl6pPr>
              <a:defRPr sz="1200" b="0" i="0">
                <a:solidFill>
                  <a:srgbClr val="E2E8F0"/>
                </a:solidFill>
              </a:defRPr>
            </a:lvl6pPr>
            <a:lvl7pPr>
              <a:defRPr sz="1200" b="0" i="0">
                <a:solidFill>
                  <a:srgbClr val="E2E8F0"/>
                </a:solidFill>
              </a:defRPr>
            </a:lvl7pPr>
            <a:lvl8pPr>
              <a:defRPr sz="1200" b="0" i="0">
                <a:solidFill>
                  <a:srgbClr val="E2E8F0"/>
                </a:solidFill>
              </a:defRPr>
            </a:lvl8pPr>
            <a:lvl9pPr>
              <a:defRPr sz="120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The matcher excludes unrelated catalogue products captured outside the selected shelf.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82C68-5780-4964-BC6E-CD9B9C37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0502BE-7AA0-43CB-AD30-E128C81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71850"/>
            <a:ext cx="40957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E2E8F0"/>
                </a:solidFill>
              </a:defRPr>
            </a:defPPr>
            <a:lvl1pPr>
              <a:defRPr sz="1200" b="0" i="0">
                <a:solidFill>
                  <a:srgbClr val="E2E8F0"/>
                </a:solidFill>
              </a:defRPr>
            </a:lvl1pPr>
            <a:lvl2pPr>
              <a:defRPr sz="1200" b="0" i="0">
                <a:solidFill>
                  <a:srgbClr val="E2E8F0"/>
                </a:solidFill>
              </a:defRPr>
            </a:lvl2pPr>
            <a:lvl3pPr>
              <a:defRPr sz="1200" b="0" i="0">
                <a:solidFill>
                  <a:srgbClr val="E2E8F0"/>
                </a:solidFill>
              </a:defRPr>
            </a:lvl3pPr>
            <a:lvl4pPr>
              <a:defRPr sz="1200" b="0" i="0">
                <a:solidFill>
                  <a:srgbClr val="E2E8F0"/>
                </a:solidFill>
              </a:defRPr>
            </a:lvl4pPr>
            <a:lvl5pPr>
              <a:defRPr sz="1200" b="0" i="0">
                <a:solidFill>
                  <a:srgbClr val="E2E8F0"/>
                </a:solidFill>
              </a:defRPr>
            </a:lvl5pPr>
            <a:lvl6pPr>
              <a:defRPr sz="1200" b="0" i="0">
                <a:solidFill>
                  <a:srgbClr val="E2E8F0"/>
                </a:solidFill>
              </a:defRPr>
            </a:lvl6pPr>
            <a:lvl7pPr>
              <a:defRPr sz="1200" b="0" i="0">
                <a:solidFill>
                  <a:srgbClr val="E2E8F0"/>
                </a:solidFill>
              </a:defRPr>
            </a:lvl7pPr>
            <a:lvl8pPr>
              <a:defRPr sz="1200" b="0" i="0">
                <a:solidFill>
                  <a:srgbClr val="E2E8F0"/>
                </a:solidFill>
              </a:defRPr>
            </a:lvl8pPr>
            <a:lvl9pPr>
              <a:defRPr sz="120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It preserves the actual candidate set that existed when the audit started.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9394E-806D-495F-81FD-5765243B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7A570A-A85C-4A50-8C85-D98CEA6D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62400"/>
            <a:ext cx="40957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E2E8F0"/>
                </a:solidFill>
              </a:defRPr>
            </a:defPPr>
            <a:lvl1pPr>
              <a:defRPr sz="1200" b="0" i="0">
                <a:solidFill>
                  <a:srgbClr val="E2E8F0"/>
                </a:solidFill>
              </a:defRPr>
            </a:lvl1pPr>
            <a:lvl2pPr>
              <a:defRPr sz="1200" b="0" i="0">
                <a:solidFill>
                  <a:srgbClr val="E2E8F0"/>
                </a:solidFill>
              </a:defRPr>
            </a:lvl2pPr>
            <a:lvl3pPr>
              <a:defRPr sz="1200" b="0" i="0">
                <a:solidFill>
                  <a:srgbClr val="E2E8F0"/>
                </a:solidFill>
              </a:defRPr>
            </a:lvl3pPr>
            <a:lvl4pPr>
              <a:defRPr sz="1200" b="0" i="0">
                <a:solidFill>
                  <a:srgbClr val="E2E8F0"/>
                </a:solidFill>
              </a:defRPr>
            </a:lvl4pPr>
            <a:lvl5pPr>
              <a:defRPr sz="1200" b="0" i="0">
                <a:solidFill>
                  <a:srgbClr val="E2E8F0"/>
                </a:solidFill>
              </a:defRPr>
            </a:lvl5pPr>
            <a:lvl6pPr>
              <a:defRPr sz="1200" b="0" i="0">
                <a:solidFill>
                  <a:srgbClr val="E2E8F0"/>
                </a:solidFill>
              </a:defRPr>
            </a:lvl6pPr>
            <a:lvl7pPr>
              <a:defRPr sz="1200" b="0" i="0">
                <a:solidFill>
                  <a:srgbClr val="E2E8F0"/>
                </a:solidFill>
              </a:defRPr>
            </a:lvl7pPr>
            <a:lvl8pPr>
              <a:defRPr sz="1200" b="0" i="0">
                <a:solidFill>
                  <a:srgbClr val="E2E8F0"/>
                </a:solidFill>
              </a:defRPr>
            </a:lvl8pPr>
            <a:lvl9pPr>
              <a:defRPr sz="120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It makes a weak visual match an explicit review state rather than a confident global-catalogue guess.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124E03-8EEC-4782-82FA-D72CEB0C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20478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73A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B5802-48C2-4B75-B496-65642934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9625"/>
            <a:ext cx="1857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6EE7B7"/>
                </a:solidFill>
              </a:defRPr>
            </a:defPPr>
            <a:lvl1pPr>
              <a:defRPr sz="825" b="1" i="0">
                <a:solidFill>
                  <a:srgbClr val="6EE7B7"/>
                </a:solidFill>
              </a:defRPr>
            </a:lvl1pPr>
            <a:lvl2pPr>
              <a:defRPr sz="825" b="1" i="0">
                <a:solidFill>
                  <a:srgbClr val="6EE7B7"/>
                </a:solidFill>
              </a:defRPr>
            </a:lvl2pPr>
            <a:lvl3pPr>
              <a:defRPr sz="825" b="1" i="0">
                <a:solidFill>
                  <a:srgbClr val="6EE7B7"/>
                </a:solidFill>
              </a:defRPr>
            </a:lvl3pPr>
            <a:lvl4pPr>
              <a:defRPr sz="825" b="1" i="0">
                <a:solidFill>
                  <a:srgbClr val="6EE7B7"/>
                </a:solidFill>
              </a:defRPr>
            </a:lvl4pPr>
            <a:lvl5pPr>
              <a:defRPr sz="825" b="1" i="0">
                <a:solidFill>
                  <a:srgbClr val="6EE7B7"/>
                </a:solidFill>
              </a:defRPr>
            </a:lvl5pPr>
            <a:lvl6pPr>
              <a:defRPr sz="825" b="1" i="0">
                <a:solidFill>
                  <a:srgbClr val="6EE7B7"/>
                </a:solidFill>
              </a:defRPr>
            </a:lvl6pPr>
            <a:lvl7pPr>
              <a:defRPr sz="825" b="1" i="0">
                <a:solidFill>
                  <a:srgbClr val="6EE7B7"/>
                </a:solidFill>
              </a:defRPr>
            </a:lvl7pPr>
            <a:lvl8pPr>
              <a:defRPr sz="825" b="1" i="0">
                <a:solidFill>
                  <a:srgbClr val="6EE7B7"/>
                </a:solidFill>
              </a:defRPr>
            </a:lvl8pPr>
            <a:lvl9pPr>
              <a:defRPr sz="8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EE7B7"/>
                </a:solidFill>
              </a:defRPr>
            </a:pPr>
            <a:r>
              <a:rPr sz="825" b="1" i="0">
                <a:solidFill>
                  <a:srgbClr val="6EE7B7"/>
                </a:solidFill>
              </a:rPr>
              <a:t>Snapshot-bound analysis cache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65BCC2-DC62-4C1F-B1A4-C186CE89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3E3704-DC54-4E32-8997-2E48E72E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07  /  16</a:t>
            </a:r>
          </a:p>
        </p:txBody>
      </p:sp>
    </p:spTree>
    <p:extLst>
      <p:ext uri="{BB962C8B-B14F-4D97-AF65-F5344CB8AC3E}">
        <p14:creationId xmlns:p14="http://schemas.microsoft.com/office/powerpoint/2010/main" val="15681066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9FF61-4AAB-4EDA-A066-B5C1A364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7381C-51C5-4EAA-BBC5-88B8FFE5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Shelf parsing, row understanding, and cutout extraction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32F20-A3C0-44CF-B1C9-FF779EEB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YOLO weights detect product / empty-space and shelf-row evidence. Product detection and exact identity remain separate tasks.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B487F-8A31-4047-A16C-9FE970AD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52BAC-E61C-4335-8726-7F9AAC9764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1dd5128e34ae8"/>
          <a:srcRect xmlns:a="http://schemas.openxmlformats.org/drawingml/2006/main" l="0" t="15079" r="0" b="150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4000500" cy="4191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ABA5A-C2D6-41D5-B677-D9205A18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E2E8F0"/>
                </a:solidFill>
              </a:defRPr>
            </a:defPPr>
            <a:lvl1pPr>
              <a:defRPr sz="1050" b="1" i="0">
                <a:solidFill>
                  <a:srgbClr val="E2E8F0"/>
                </a:solidFill>
              </a:defRPr>
            </a:lvl1pPr>
            <a:lvl2pPr>
              <a:defRPr sz="1050" b="1" i="0">
                <a:solidFill>
                  <a:srgbClr val="E2E8F0"/>
                </a:solidFill>
              </a:defRPr>
            </a:lvl2pPr>
            <a:lvl3pPr>
              <a:defRPr sz="1050" b="1" i="0">
                <a:solidFill>
                  <a:srgbClr val="E2E8F0"/>
                </a:solidFill>
              </a:defRPr>
            </a:lvl3pPr>
            <a:lvl4pPr>
              <a:defRPr sz="1050" b="1" i="0">
                <a:solidFill>
                  <a:srgbClr val="E2E8F0"/>
                </a:solidFill>
              </a:defRPr>
            </a:lvl4pPr>
            <a:lvl5pPr>
              <a:defRPr sz="1050" b="1" i="0">
                <a:solidFill>
                  <a:srgbClr val="E2E8F0"/>
                </a:solidFill>
              </a:defRPr>
            </a:lvl5pPr>
            <a:lvl6pPr>
              <a:defRPr sz="1050" b="1" i="0">
                <a:solidFill>
                  <a:srgbClr val="E2E8F0"/>
                </a:solidFill>
              </a:defRPr>
            </a:lvl6pPr>
            <a:lvl7pPr>
              <a:defRPr sz="1050" b="1" i="0">
                <a:solidFill>
                  <a:srgbClr val="E2E8F0"/>
                </a:solidFill>
              </a:defRPr>
            </a:lvl7pPr>
            <a:lvl8pPr>
              <a:defRPr sz="1050" b="1" i="0">
                <a:solidFill>
                  <a:srgbClr val="E2E8F0"/>
                </a:solidFill>
              </a:defRPr>
            </a:lvl8pPr>
            <a:lvl9pPr>
              <a:defRPr sz="1050" b="1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E2E8F0"/>
                </a:solidFill>
              </a:defRPr>
            </a:pPr>
            <a:r>
              <a:rPr sz="1050" b="1" i="0">
                <a:solidFill>
                  <a:srgbClr val="E2E8F0"/>
                </a:solidFill>
              </a:rPr>
              <a:t>Stored annotated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0972B-596F-40B6-9B61-1853BBBA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85950"/>
            <a:ext cx="6000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71D26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97B56-8C49-4727-8B1A-CEA63A00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050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2DD4BF"/>
                </a:solidFill>
              </a:defRPr>
            </a:defPPr>
            <a:lvl1pPr>
              <a:defRPr sz="1350" b="1" i="0">
                <a:solidFill>
                  <a:srgbClr val="2DD4BF"/>
                </a:solidFill>
              </a:defRPr>
            </a:lvl1pPr>
            <a:lvl2pPr>
              <a:defRPr sz="1350" b="1" i="0">
                <a:solidFill>
                  <a:srgbClr val="2DD4BF"/>
                </a:solidFill>
              </a:defRPr>
            </a:lvl2pPr>
            <a:lvl3pPr>
              <a:defRPr sz="1350" b="1" i="0">
                <a:solidFill>
                  <a:srgbClr val="2DD4BF"/>
                </a:solidFill>
              </a:defRPr>
            </a:lvl3pPr>
            <a:lvl4pPr>
              <a:defRPr sz="1350" b="1" i="0">
                <a:solidFill>
                  <a:srgbClr val="2DD4BF"/>
                </a:solidFill>
              </a:defRPr>
            </a:lvl4pPr>
            <a:lvl5pPr>
              <a:defRPr sz="1350" b="1" i="0">
                <a:solidFill>
                  <a:srgbClr val="2DD4BF"/>
                </a:solidFill>
              </a:defRPr>
            </a:lvl5pPr>
            <a:lvl6pPr>
              <a:defRPr sz="1350" b="1" i="0">
                <a:solidFill>
                  <a:srgbClr val="2DD4BF"/>
                </a:solidFill>
              </a:defRPr>
            </a:lvl6pPr>
            <a:lvl7pPr>
              <a:defRPr sz="1350" b="1" i="0">
                <a:solidFill>
                  <a:srgbClr val="2DD4BF"/>
                </a:solidFill>
              </a:defRPr>
            </a:lvl7pPr>
            <a:lvl8pPr>
              <a:defRPr sz="1350" b="1" i="0">
                <a:solidFill>
                  <a:srgbClr val="2DD4BF"/>
                </a:solidFill>
              </a:defRPr>
            </a:lvl8pPr>
            <a:lvl9pPr>
              <a:defRPr sz="13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2DD4BF"/>
                </a:solidFill>
              </a:defRPr>
            </a:pPr>
            <a:r>
              <a:rPr sz="1350" b="1" i="0">
                <a:solidFill>
                  <a:srgbClr val="2DD4BF"/>
                </a:solidFill>
              </a:rPr>
              <a:t>Current parsing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18C20-46FF-4B04-B40E-9A7516CC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1935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Segments shelf rows, detects product and empty-space proposals, filters product crops below 0.60 confidence, and retains excluded boxes as uncertainty geometry.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6BCB9-AF3C-45A1-9062-92E38A97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57550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 i="0">
                <a:solidFill>
                  <a:srgbClr val="F8FAFC"/>
                </a:solidFill>
              </a:defRPr>
            </a:defPPr>
            <a:lvl1pPr>
              <a:defRPr sz="1500" b="1" i="0">
                <a:solidFill>
                  <a:srgbClr val="F8FAFC"/>
                </a:solidFill>
              </a:defRPr>
            </a:lvl1pPr>
            <a:lvl2pPr>
              <a:defRPr sz="1500" b="1" i="0">
                <a:solidFill>
                  <a:srgbClr val="F8FAFC"/>
                </a:solidFill>
              </a:defRPr>
            </a:lvl2pPr>
            <a:lvl3pPr>
              <a:defRPr sz="1500" b="1" i="0">
                <a:solidFill>
                  <a:srgbClr val="F8FAFC"/>
                </a:solidFill>
              </a:defRPr>
            </a:lvl3pPr>
            <a:lvl4pPr>
              <a:defRPr sz="1500" b="1" i="0">
                <a:solidFill>
                  <a:srgbClr val="F8FAFC"/>
                </a:solidFill>
              </a:defRPr>
            </a:lvl4pPr>
            <a:lvl5pPr>
              <a:defRPr sz="1500" b="1" i="0">
                <a:solidFill>
                  <a:srgbClr val="F8FAFC"/>
                </a:solidFill>
              </a:defRPr>
            </a:lvl5pPr>
            <a:lvl6pPr>
              <a:defRPr sz="1500" b="1" i="0">
                <a:solidFill>
                  <a:srgbClr val="F8FAFC"/>
                </a:solidFill>
              </a:defRPr>
            </a:lvl6pPr>
            <a:lvl7pPr>
              <a:defRPr sz="1500" b="1" i="0">
                <a:solidFill>
                  <a:srgbClr val="F8FAFC"/>
                </a:solidFill>
              </a:defRPr>
            </a:lvl7pPr>
            <a:lvl8pPr>
              <a:defRPr sz="1500" b="1" i="0">
                <a:solidFill>
                  <a:srgbClr val="F8FAFC"/>
                </a:solidFill>
              </a:defRPr>
            </a:lvl8pPr>
            <a:lvl9pPr>
              <a:defRPr sz="15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8FAFC"/>
                </a:solidFill>
              </a:defRPr>
            </a:pPr>
            <a:r>
              <a:rPr sz="1500" b="1" i="0">
                <a:solidFill>
                  <a:srgbClr val="F8FAFC"/>
                </a:solidFill>
              </a:rPr>
              <a:t>Detection  →  Crop  →  Identity evidence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0287E-7E6E-429D-BDBA-E3508B9B48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e2eb606924bdb"/>
          <a:srcRect xmlns:a="http://schemas.openxmlformats.org/drawingml/2006/main" l="0" t="33539" r="0" b="335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1125" y="3733800"/>
            <a:ext cx="1114425" cy="1238250"/>
          </a:xfrm>
          <a:prstGeom xmlns:a="http://schemas.openxmlformats.org/drawingml/2006/main" prst="roundRect">
            <a:avLst>
              <a:gd name="adj" fmla="val 11966"/>
            </a:avLst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E0BB7-E7C5-406F-A0E3-F6444C7E4A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83633307f436a"/>
          <a:srcRect xmlns:a="http://schemas.openxmlformats.org/drawingml/2006/main" l="0" t="28801" r="0" b="28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3733800"/>
            <a:ext cx="1114425" cy="1238250"/>
          </a:xfrm>
          <a:prstGeom xmlns:a="http://schemas.openxmlformats.org/drawingml/2006/main" prst="roundRect">
            <a:avLst>
              <a:gd name="adj" fmla="val 11966"/>
            </a:avLst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DCD19-878C-4B89-9B1F-D3799FA97D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39373bdf74b6d"/>
          <a:srcRect xmlns:a="http://schemas.openxmlformats.org/drawingml/2006/main" l="0" t="34180" r="0" b="34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3733800"/>
            <a:ext cx="1114425" cy="1238250"/>
          </a:xfrm>
          <a:prstGeom xmlns:a="http://schemas.openxmlformats.org/drawingml/2006/main" prst="roundRect">
            <a:avLst>
              <a:gd name="adj" fmla="val 11966"/>
            </a:avLst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81F27-275F-4564-B288-3311A1CD36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8643ccfaa44cc"/>
          <a:srcRect xmlns:a="http://schemas.openxmlformats.org/drawingml/2006/main" l="0" t="30000" r="0" b="3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0" y="3733800"/>
            <a:ext cx="1114425" cy="1238250"/>
          </a:xfrm>
          <a:prstGeom xmlns:a="http://schemas.openxmlformats.org/drawingml/2006/main" prst="roundRect">
            <a:avLst>
              <a:gd name="adj" fmla="val 11966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65075-362D-4ED4-A67B-DE218956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0958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A8B1C1"/>
                </a:solidFill>
              </a:defRPr>
            </a:defPPr>
            <a:lvl1pPr>
              <a:defRPr sz="825" b="0" i="0">
                <a:solidFill>
                  <a:srgbClr val="A8B1C1"/>
                </a:solidFill>
              </a:defRPr>
            </a:lvl1pPr>
            <a:lvl2pPr>
              <a:defRPr sz="825" b="0" i="0">
                <a:solidFill>
                  <a:srgbClr val="A8B1C1"/>
                </a:solidFill>
              </a:defRPr>
            </a:lvl2pPr>
            <a:lvl3pPr>
              <a:defRPr sz="825" b="0" i="0">
                <a:solidFill>
                  <a:srgbClr val="A8B1C1"/>
                </a:solidFill>
              </a:defRPr>
            </a:lvl3pPr>
            <a:lvl4pPr>
              <a:defRPr sz="825" b="0" i="0">
                <a:solidFill>
                  <a:srgbClr val="A8B1C1"/>
                </a:solidFill>
              </a:defRPr>
            </a:lvl4pPr>
            <a:lvl5pPr>
              <a:defRPr sz="825" b="0" i="0">
                <a:solidFill>
                  <a:srgbClr val="A8B1C1"/>
                </a:solidFill>
              </a:defRPr>
            </a:lvl5pPr>
            <a:lvl6pPr>
              <a:defRPr sz="825" b="0" i="0">
                <a:solidFill>
                  <a:srgbClr val="A8B1C1"/>
                </a:solidFill>
              </a:defRPr>
            </a:lvl6pPr>
            <a:lvl7pPr>
              <a:defRPr sz="825" b="0" i="0">
                <a:solidFill>
                  <a:srgbClr val="A8B1C1"/>
                </a:solidFill>
              </a:defRPr>
            </a:lvl7pPr>
            <a:lvl8pPr>
              <a:defRPr sz="825" b="0" i="0">
                <a:solidFill>
                  <a:srgbClr val="A8B1C1"/>
                </a:solidFill>
              </a:defRPr>
            </a:lvl8pPr>
            <a:lvl9pPr>
              <a:defRPr sz="8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A8B1C1"/>
                </a:solidFill>
              </a:defRPr>
            </a:pPr>
            <a:r>
              <a:rPr sz="825" b="0" i="0">
                <a:solidFill>
                  <a:srgbClr val="A8B1C1"/>
                </a:solidFill>
              </a:rPr>
              <a:t>example crop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091E5-2545-40F0-A827-80DA1BF1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958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A8B1C1"/>
                </a:solidFill>
              </a:defRPr>
            </a:defPPr>
            <a:lvl1pPr>
              <a:defRPr sz="825" b="0" i="0">
                <a:solidFill>
                  <a:srgbClr val="A8B1C1"/>
                </a:solidFill>
              </a:defRPr>
            </a:lvl1pPr>
            <a:lvl2pPr>
              <a:defRPr sz="825" b="0" i="0">
                <a:solidFill>
                  <a:srgbClr val="A8B1C1"/>
                </a:solidFill>
              </a:defRPr>
            </a:lvl2pPr>
            <a:lvl3pPr>
              <a:defRPr sz="825" b="0" i="0">
                <a:solidFill>
                  <a:srgbClr val="A8B1C1"/>
                </a:solidFill>
              </a:defRPr>
            </a:lvl3pPr>
            <a:lvl4pPr>
              <a:defRPr sz="825" b="0" i="0">
                <a:solidFill>
                  <a:srgbClr val="A8B1C1"/>
                </a:solidFill>
              </a:defRPr>
            </a:lvl4pPr>
            <a:lvl5pPr>
              <a:defRPr sz="825" b="0" i="0">
                <a:solidFill>
                  <a:srgbClr val="A8B1C1"/>
                </a:solidFill>
              </a:defRPr>
            </a:lvl5pPr>
            <a:lvl6pPr>
              <a:defRPr sz="825" b="0" i="0">
                <a:solidFill>
                  <a:srgbClr val="A8B1C1"/>
                </a:solidFill>
              </a:defRPr>
            </a:lvl6pPr>
            <a:lvl7pPr>
              <a:defRPr sz="825" b="0" i="0">
                <a:solidFill>
                  <a:srgbClr val="A8B1C1"/>
                </a:solidFill>
              </a:defRPr>
            </a:lvl7pPr>
            <a:lvl8pPr>
              <a:defRPr sz="825" b="0" i="0">
                <a:solidFill>
                  <a:srgbClr val="A8B1C1"/>
                </a:solidFill>
              </a:defRPr>
            </a:lvl8pPr>
            <a:lvl9pPr>
              <a:defRPr sz="8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A8B1C1"/>
                </a:solidFill>
              </a:defRPr>
            </a:pPr>
            <a:r>
              <a:rPr sz="825" b="0" i="0">
                <a:solidFill>
                  <a:srgbClr val="A8B1C1"/>
                </a:solidFill>
              </a:rPr>
              <a:t>example crop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48090-A2E3-4268-B9BD-7172676E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A8B1C1"/>
                </a:solidFill>
              </a:defRPr>
            </a:defPPr>
            <a:lvl1pPr>
              <a:defRPr sz="825" b="0" i="0">
                <a:solidFill>
                  <a:srgbClr val="A8B1C1"/>
                </a:solidFill>
              </a:defRPr>
            </a:lvl1pPr>
            <a:lvl2pPr>
              <a:defRPr sz="825" b="0" i="0">
                <a:solidFill>
                  <a:srgbClr val="A8B1C1"/>
                </a:solidFill>
              </a:defRPr>
            </a:lvl2pPr>
            <a:lvl3pPr>
              <a:defRPr sz="825" b="0" i="0">
                <a:solidFill>
                  <a:srgbClr val="A8B1C1"/>
                </a:solidFill>
              </a:defRPr>
            </a:lvl3pPr>
            <a:lvl4pPr>
              <a:defRPr sz="825" b="0" i="0">
                <a:solidFill>
                  <a:srgbClr val="A8B1C1"/>
                </a:solidFill>
              </a:defRPr>
            </a:lvl4pPr>
            <a:lvl5pPr>
              <a:defRPr sz="825" b="0" i="0">
                <a:solidFill>
                  <a:srgbClr val="A8B1C1"/>
                </a:solidFill>
              </a:defRPr>
            </a:lvl5pPr>
            <a:lvl6pPr>
              <a:defRPr sz="825" b="0" i="0">
                <a:solidFill>
                  <a:srgbClr val="A8B1C1"/>
                </a:solidFill>
              </a:defRPr>
            </a:lvl6pPr>
            <a:lvl7pPr>
              <a:defRPr sz="825" b="0" i="0">
                <a:solidFill>
                  <a:srgbClr val="A8B1C1"/>
                </a:solidFill>
              </a:defRPr>
            </a:lvl7pPr>
            <a:lvl8pPr>
              <a:defRPr sz="825" b="0" i="0">
                <a:solidFill>
                  <a:srgbClr val="A8B1C1"/>
                </a:solidFill>
              </a:defRPr>
            </a:lvl8pPr>
            <a:lvl9pPr>
              <a:defRPr sz="8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A8B1C1"/>
                </a:solidFill>
              </a:defRPr>
            </a:pPr>
            <a:r>
              <a:rPr sz="825" b="0" i="0">
                <a:solidFill>
                  <a:srgbClr val="A8B1C1"/>
                </a:solidFill>
              </a:rPr>
              <a:t>example crop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0250E-7E25-467A-A299-430DD9E3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958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A8B1C1"/>
                </a:solidFill>
              </a:defRPr>
            </a:defPPr>
            <a:lvl1pPr>
              <a:defRPr sz="825" b="0" i="0">
                <a:solidFill>
                  <a:srgbClr val="A8B1C1"/>
                </a:solidFill>
              </a:defRPr>
            </a:lvl1pPr>
            <a:lvl2pPr>
              <a:defRPr sz="825" b="0" i="0">
                <a:solidFill>
                  <a:srgbClr val="A8B1C1"/>
                </a:solidFill>
              </a:defRPr>
            </a:lvl2pPr>
            <a:lvl3pPr>
              <a:defRPr sz="825" b="0" i="0">
                <a:solidFill>
                  <a:srgbClr val="A8B1C1"/>
                </a:solidFill>
              </a:defRPr>
            </a:lvl3pPr>
            <a:lvl4pPr>
              <a:defRPr sz="825" b="0" i="0">
                <a:solidFill>
                  <a:srgbClr val="A8B1C1"/>
                </a:solidFill>
              </a:defRPr>
            </a:lvl4pPr>
            <a:lvl5pPr>
              <a:defRPr sz="825" b="0" i="0">
                <a:solidFill>
                  <a:srgbClr val="A8B1C1"/>
                </a:solidFill>
              </a:defRPr>
            </a:lvl5pPr>
            <a:lvl6pPr>
              <a:defRPr sz="825" b="0" i="0">
                <a:solidFill>
                  <a:srgbClr val="A8B1C1"/>
                </a:solidFill>
              </a:defRPr>
            </a:lvl6pPr>
            <a:lvl7pPr>
              <a:defRPr sz="825" b="0" i="0">
                <a:solidFill>
                  <a:srgbClr val="A8B1C1"/>
                </a:solidFill>
              </a:defRPr>
            </a:lvl7pPr>
            <a:lvl8pPr>
              <a:defRPr sz="825" b="0" i="0">
                <a:solidFill>
                  <a:srgbClr val="A8B1C1"/>
                </a:solidFill>
              </a:defRPr>
            </a:lvl8pPr>
            <a:lvl9pPr>
              <a:defRPr sz="8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A8B1C1"/>
                </a:solidFill>
              </a:defRPr>
            </a:pPr>
            <a:r>
              <a:rPr sz="825" b="0" i="0">
                <a:solidFill>
                  <a:srgbClr val="A8B1C1"/>
                </a:solidFill>
              </a:rPr>
              <a:t>example crop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FBB33-2D14-4F4D-A094-64474D5B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543550"/>
            <a:ext cx="6000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E2328"/>
          </a:solidFill>
          <a:ln xmlns:a="http://schemas.openxmlformats.org/drawingml/2006/main" w="9525">
            <a:solidFill>
              <a:srgbClr val="6139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C6327-B389-416D-BCF4-D870E691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705475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 i="0">
                <a:solidFill>
                  <a:srgbClr val="FB7185"/>
                </a:solidFill>
              </a:defRPr>
            </a:defPPr>
            <a:lvl1pPr>
              <a:defRPr sz="1275" b="1" i="0">
                <a:solidFill>
                  <a:srgbClr val="FB7185"/>
                </a:solidFill>
              </a:defRPr>
            </a:lvl1pPr>
            <a:lvl2pPr>
              <a:defRPr sz="1275" b="1" i="0">
                <a:solidFill>
                  <a:srgbClr val="FB7185"/>
                </a:solidFill>
              </a:defRPr>
            </a:lvl2pPr>
            <a:lvl3pPr>
              <a:defRPr sz="1275" b="1" i="0">
                <a:solidFill>
                  <a:srgbClr val="FB7185"/>
                </a:solidFill>
              </a:defRPr>
            </a:lvl3pPr>
            <a:lvl4pPr>
              <a:defRPr sz="1275" b="1" i="0">
                <a:solidFill>
                  <a:srgbClr val="FB7185"/>
                </a:solidFill>
              </a:defRPr>
            </a:lvl4pPr>
            <a:lvl5pPr>
              <a:defRPr sz="1275" b="1" i="0">
                <a:solidFill>
                  <a:srgbClr val="FB7185"/>
                </a:solidFill>
              </a:defRPr>
            </a:lvl5pPr>
            <a:lvl6pPr>
              <a:defRPr sz="1275" b="1" i="0">
                <a:solidFill>
                  <a:srgbClr val="FB7185"/>
                </a:solidFill>
              </a:defRPr>
            </a:lvl6pPr>
            <a:lvl7pPr>
              <a:defRPr sz="1275" b="1" i="0">
                <a:solidFill>
                  <a:srgbClr val="FB7185"/>
                </a:solidFill>
              </a:defRPr>
            </a:lvl7pPr>
            <a:lvl8pPr>
              <a:defRPr sz="1275" b="1" i="0">
                <a:solidFill>
                  <a:srgbClr val="FB7185"/>
                </a:solidFill>
              </a:defRPr>
            </a:lvl8pPr>
            <a:lvl9pPr>
              <a:defRPr sz="1275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FB7185"/>
                </a:solidFill>
              </a:defRPr>
            </a:pPr>
            <a:r>
              <a:rPr sz="1275" b="1" i="0">
                <a:solidFill>
                  <a:srgbClr val="FB7185"/>
                </a:solidFill>
              </a:rPr>
              <a:t>Important boundary: a bounding box proves location, not the exact SKU or variant.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FDF4C-9356-4EFC-8C1E-6DF63A94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B14E1-A818-45F5-893E-5363D20C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08  /  16</a:t>
            </a:r>
          </a:p>
        </p:txBody>
      </p:sp>
    </p:spTree>
    <p:extLst>
      <p:ext uri="{BB962C8B-B14F-4D97-AF65-F5344CB8AC3E}">
        <p14:creationId xmlns:p14="http://schemas.microsoft.com/office/powerpoint/2010/main" val="9289138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ECE6CF-ADD4-4304-B477-220296D9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B6C12-BC5A-4F23-80BD-542BA724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Catalogue matching and variant identification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6887C-6F4B-4D04-ACC5-9C076E85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Exact catalogue matching uses crop-level evidence. Cluster consensus helps repeated shelf items but does not replace per-crop identity.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5DFD0-0D9C-4244-A125-7E08EB6D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AFC92-6762-4442-8303-AC757CFA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952625" cy="2476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61C25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614C6-57C8-4CF9-AD66-A24CC0D2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 i="0">
                <a:solidFill>
                  <a:srgbClr val="2DD4BF"/>
                </a:solidFill>
              </a:defRPr>
            </a:defPPr>
            <a:lvl1pPr>
              <a:defRPr sz="1425" b="1" i="0">
                <a:solidFill>
                  <a:srgbClr val="2DD4BF"/>
                </a:solidFill>
              </a:defRPr>
            </a:lvl1pPr>
            <a:lvl2pPr>
              <a:defRPr sz="1425" b="1" i="0">
                <a:solidFill>
                  <a:srgbClr val="2DD4BF"/>
                </a:solidFill>
              </a:defRPr>
            </a:lvl2pPr>
            <a:lvl3pPr>
              <a:defRPr sz="1425" b="1" i="0">
                <a:solidFill>
                  <a:srgbClr val="2DD4BF"/>
                </a:solidFill>
              </a:defRPr>
            </a:lvl3pPr>
            <a:lvl4pPr>
              <a:defRPr sz="1425" b="1" i="0">
                <a:solidFill>
                  <a:srgbClr val="2DD4BF"/>
                </a:solidFill>
              </a:defRPr>
            </a:lvl4pPr>
            <a:lvl5pPr>
              <a:defRPr sz="1425" b="1" i="0">
                <a:solidFill>
                  <a:srgbClr val="2DD4BF"/>
                </a:solidFill>
              </a:defRPr>
            </a:lvl5pPr>
            <a:lvl6pPr>
              <a:defRPr sz="1425" b="1" i="0">
                <a:solidFill>
                  <a:srgbClr val="2DD4BF"/>
                </a:solidFill>
              </a:defRPr>
            </a:lvl6pPr>
            <a:lvl7pPr>
              <a:defRPr sz="1425" b="1" i="0">
                <a:solidFill>
                  <a:srgbClr val="2DD4BF"/>
                </a:solidFill>
              </a:defRPr>
            </a:lvl7pPr>
            <a:lvl8pPr>
              <a:defRPr sz="1425" b="1" i="0">
                <a:solidFill>
                  <a:srgbClr val="2DD4BF"/>
                </a:solidFill>
              </a:defRPr>
            </a:lvl8pPr>
            <a:lvl9pPr>
              <a:defRPr sz="1425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2DD4BF"/>
                </a:solidFill>
              </a:defRPr>
            </a:pPr>
            <a:r>
              <a:rPr sz="1425" b="1" i="0">
                <a:solidFill>
                  <a:srgbClr val="2DD4BF"/>
                </a:solidFill>
              </a:rPr>
              <a:t>1. Candidate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6C63A-E047-454A-9F7F-45A91FBC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60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Use the frozen shelf catalogue only.</a:t>
            </a:r>
          </a:p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Color compatibility filters candidates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08ADC-1693-4E8E-9707-085815A7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19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 i="0">
                <a:solidFill>
                  <a:srgbClr val="708097"/>
                </a:solidFill>
              </a:defRPr>
            </a:defPPr>
            <a:lvl1pPr>
              <a:defRPr sz="2100" b="1" i="0">
                <a:solidFill>
                  <a:srgbClr val="708097"/>
                </a:solidFill>
              </a:defRPr>
            </a:lvl1pPr>
            <a:lvl2pPr>
              <a:defRPr sz="2100" b="1" i="0">
                <a:solidFill>
                  <a:srgbClr val="708097"/>
                </a:solidFill>
              </a:defRPr>
            </a:lvl2pPr>
            <a:lvl3pPr>
              <a:defRPr sz="2100" b="1" i="0">
                <a:solidFill>
                  <a:srgbClr val="708097"/>
                </a:solidFill>
              </a:defRPr>
            </a:lvl3pPr>
            <a:lvl4pPr>
              <a:defRPr sz="2100" b="1" i="0">
                <a:solidFill>
                  <a:srgbClr val="708097"/>
                </a:solidFill>
              </a:defRPr>
            </a:lvl4pPr>
            <a:lvl5pPr>
              <a:defRPr sz="2100" b="1" i="0">
                <a:solidFill>
                  <a:srgbClr val="708097"/>
                </a:solidFill>
              </a:defRPr>
            </a:lvl5pPr>
            <a:lvl6pPr>
              <a:defRPr sz="2100" b="1" i="0">
                <a:solidFill>
                  <a:srgbClr val="708097"/>
                </a:solidFill>
              </a:defRPr>
            </a:lvl6pPr>
            <a:lvl7pPr>
              <a:defRPr sz="2100" b="1" i="0">
                <a:solidFill>
                  <a:srgbClr val="708097"/>
                </a:solidFill>
              </a:defRPr>
            </a:lvl7pPr>
            <a:lvl8pPr>
              <a:defRPr sz="2100" b="1" i="0">
                <a:solidFill>
                  <a:srgbClr val="708097"/>
                </a:solidFill>
              </a:defRPr>
            </a:lvl8pPr>
            <a:lvl9pPr>
              <a:defRPr sz="2100" b="1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708097"/>
                </a:solidFill>
              </a:defRPr>
            </a:pPr>
            <a:r>
              <a:rPr sz="2100" b="1" i="0">
                <a:solidFill>
                  <a:srgbClr val="708097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81694-3FEC-4824-B87D-CB1484A7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47900"/>
            <a:ext cx="1952625" cy="2476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61C25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B4079-6267-4418-9010-D6A19134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86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 i="0">
                <a:solidFill>
                  <a:srgbClr val="38BDF8"/>
                </a:solidFill>
              </a:defRPr>
            </a:defPPr>
            <a:lvl1pPr>
              <a:defRPr sz="1425" b="1" i="0">
                <a:solidFill>
                  <a:srgbClr val="38BDF8"/>
                </a:solidFill>
              </a:defRPr>
            </a:lvl1pPr>
            <a:lvl2pPr>
              <a:defRPr sz="1425" b="1" i="0">
                <a:solidFill>
                  <a:srgbClr val="38BDF8"/>
                </a:solidFill>
              </a:defRPr>
            </a:lvl2pPr>
            <a:lvl3pPr>
              <a:defRPr sz="1425" b="1" i="0">
                <a:solidFill>
                  <a:srgbClr val="38BDF8"/>
                </a:solidFill>
              </a:defRPr>
            </a:lvl3pPr>
            <a:lvl4pPr>
              <a:defRPr sz="1425" b="1" i="0">
                <a:solidFill>
                  <a:srgbClr val="38BDF8"/>
                </a:solidFill>
              </a:defRPr>
            </a:lvl4pPr>
            <a:lvl5pPr>
              <a:defRPr sz="1425" b="1" i="0">
                <a:solidFill>
                  <a:srgbClr val="38BDF8"/>
                </a:solidFill>
              </a:defRPr>
            </a:lvl5pPr>
            <a:lvl6pPr>
              <a:defRPr sz="1425" b="1" i="0">
                <a:solidFill>
                  <a:srgbClr val="38BDF8"/>
                </a:solidFill>
              </a:defRPr>
            </a:lvl6pPr>
            <a:lvl7pPr>
              <a:defRPr sz="1425" b="1" i="0">
                <a:solidFill>
                  <a:srgbClr val="38BDF8"/>
                </a:solidFill>
              </a:defRPr>
            </a:lvl7pPr>
            <a:lvl8pPr>
              <a:defRPr sz="1425" b="1" i="0">
                <a:solidFill>
                  <a:srgbClr val="38BDF8"/>
                </a:solidFill>
              </a:defRPr>
            </a:lvl8pPr>
            <a:lvl9pPr>
              <a:defRPr sz="1425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38BDF8"/>
                </a:solidFill>
              </a:defRPr>
            </a:pPr>
            <a:r>
              <a:rPr sz="1425" b="1" i="0">
                <a:solidFill>
                  <a:srgbClr val="38BDF8"/>
                </a:solidFill>
              </a:rPr>
              <a:t>2. Visual ranking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476FD-3027-4E8F-92A9-760940E6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160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Compare crop embedding with packshot embeddings using CLIP cosine similarity.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821C4-941A-4646-9C76-76AC5DE7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19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 i="0">
                <a:solidFill>
                  <a:srgbClr val="708097"/>
                </a:solidFill>
              </a:defRPr>
            </a:defPPr>
            <a:lvl1pPr>
              <a:defRPr sz="2100" b="1" i="0">
                <a:solidFill>
                  <a:srgbClr val="708097"/>
                </a:solidFill>
              </a:defRPr>
            </a:lvl1pPr>
            <a:lvl2pPr>
              <a:defRPr sz="2100" b="1" i="0">
                <a:solidFill>
                  <a:srgbClr val="708097"/>
                </a:solidFill>
              </a:defRPr>
            </a:lvl2pPr>
            <a:lvl3pPr>
              <a:defRPr sz="2100" b="1" i="0">
                <a:solidFill>
                  <a:srgbClr val="708097"/>
                </a:solidFill>
              </a:defRPr>
            </a:lvl3pPr>
            <a:lvl4pPr>
              <a:defRPr sz="2100" b="1" i="0">
                <a:solidFill>
                  <a:srgbClr val="708097"/>
                </a:solidFill>
              </a:defRPr>
            </a:lvl4pPr>
            <a:lvl5pPr>
              <a:defRPr sz="2100" b="1" i="0">
                <a:solidFill>
                  <a:srgbClr val="708097"/>
                </a:solidFill>
              </a:defRPr>
            </a:lvl5pPr>
            <a:lvl6pPr>
              <a:defRPr sz="2100" b="1" i="0">
                <a:solidFill>
                  <a:srgbClr val="708097"/>
                </a:solidFill>
              </a:defRPr>
            </a:lvl6pPr>
            <a:lvl7pPr>
              <a:defRPr sz="2100" b="1" i="0">
                <a:solidFill>
                  <a:srgbClr val="708097"/>
                </a:solidFill>
              </a:defRPr>
            </a:lvl7pPr>
            <a:lvl8pPr>
              <a:defRPr sz="2100" b="1" i="0">
                <a:solidFill>
                  <a:srgbClr val="708097"/>
                </a:solidFill>
              </a:defRPr>
            </a:lvl8pPr>
            <a:lvl9pPr>
              <a:defRPr sz="2100" b="1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708097"/>
                </a:solidFill>
              </a:defRPr>
            </a:pPr>
            <a:r>
              <a:rPr sz="2100" b="1" i="0">
                <a:solidFill>
                  <a:srgbClr val="708097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AEA72-40F8-43BB-A7AB-5A50CCFF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1952625" cy="2476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61C25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372B4-E028-4311-95E6-29E677A9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86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 i="0">
                <a:solidFill>
                  <a:srgbClr val="F59E0B"/>
                </a:solidFill>
              </a:defRPr>
            </a:defPPr>
            <a:lvl1pPr>
              <a:defRPr sz="1425" b="1" i="0">
                <a:solidFill>
                  <a:srgbClr val="F59E0B"/>
                </a:solidFill>
              </a:defRPr>
            </a:lvl1pPr>
            <a:lvl2pPr>
              <a:defRPr sz="1425" b="1" i="0">
                <a:solidFill>
                  <a:srgbClr val="F59E0B"/>
                </a:solidFill>
              </a:defRPr>
            </a:lvl2pPr>
            <a:lvl3pPr>
              <a:defRPr sz="1425" b="1" i="0">
                <a:solidFill>
                  <a:srgbClr val="F59E0B"/>
                </a:solidFill>
              </a:defRPr>
            </a:lvl3pPr>
            <a:lvl4pPr>
              <a:defRPr sz="1425" b="1" i="0">
                <a:solidFill>
                  <a:srgbClr val="F59E0B"/>
                </a:solidFill>
              </a:defRPr>
            </a:lvl4pPr>
            <a:lvl5pPr>
              <a:defRPr sz="1425" b="1" i="0">
                <a:solidFill>
                  <a:srgbClr val="F59E0B"/>
                </a:solidFill>
              </a:defRPr>
            </a:lvl5pPr>
            <a:lvl6pPr>
              <a:defRPr sz="1425" b="1" i="0">
                <a:solidFill>
                  <a:srgbClr val="F59E0B"/>
                </a:solidFill>
              </a:defRPr>
            </a:lvl6pPr>
            <a:lvl7pPr>
              <a:defRPr sz="1425" b="1" i="0">
                <a:solidFill>
                  <a:srgbClr val="F59E0B"/>
                </a:solidFill>
              </a:defRPr>
            </a:lvl7pPr>
            <a:lvl8pPr>
              <a:defRPr sz="1425" b="1" i="0">
                <a:solidFill>
                  <a:srgbClr val="F59E0B"/>
                </a:solidFill>
              </a:defRPr>
            </a:lvl8pPr>
            <a:lvl9pPr>
              <a:defRPr sz="142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F59E0B"/>
                </a:solidFill>
              </a:defRPr>
            </a:pPr>
            <a:r>
              <a:rPr sz="1425" b="1" i="0">
                <a:solidFill>
                  <a:srgbClr val="F59E0B"/>
                </a:solidFill>
              </a:rPr>
              <a:t>3. Decision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20FCB-B8B6-479F-841F-6DF93D8C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43250"/>
            <a:ext cx="160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Accept only when score and margin clear provisional thresholds. Otherwise keep reviewable.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5A507-1271-4E3D-98EB-C417AF70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19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 i="0">
                <a:solidFill>
                  <a:srgbClr val="708097"/>
                </a:solidFill>
              </a:defRPr>
            </a:defPPr>
            <a:lvl1pPr>
              <a:defRPr sz="2100" b="1" i="0">
                <a:solidFill>
                  <a:srgbClr val="708097"/>
                </a:solidFill>
              </a:defRPr>
            </a:lvl1pPr>
            <a:lvl2pPr>
              <a:defRPr sz="2100" b="1" i="0">
                <a:solidFill>
                  <a:srgbClr val="708097"/>
                </a:solidFill>
              </a:defRPr>
            </a:lvl2pPr>
            <a:lvl3pPr>
              <a:defRPr sz="2100" b="1" i="0">
                <a:solidFill>
                  <a:srgbClr val="708097"/>
                </a:solidFill>
              </a:defRPr>
            </a:lvl3pPr>
            <a:lvl4pPr>
              <a:defRPr sz="2100" b="1" i="0">
                <a:solidFill>
                  <a:srgbClr val="708097"/>
                </a:solidFill>
              </a:defRPr>
            </a:lvl4pPr>
            <a:lvl5pPr>
              <a:defRPr sz="2100" b="1" i="0">
                <a:solidFill>
                  <a:srgbClr val="708097"/>
                </a:solidFill>
              </a:defRPr>
            </a:lvl5pPr>
            <a:lvl6pPr>
              <a:defRPr sz="2100" b="1" i="0">
                <a:solidFill>
                  <a:srgbClr val="708097"/>
                </a:solidFill>
              </a:defRPr>
            </a:lvl6pPr>
            <a:lvl7pPr>
              <a:defRPr sz="2100" b="1" i="0">
                <a:solidFill>
                  <a:srgbClr val="708097"/>
                </a:solidFill>
              </a:defRPr>
            </a:lvl7pPr>
            <a:lvl8pPr>
              <a:defRPr sz="2100" b="1" i="0">
                <a:solidFill>
                  <a:srgbClr val="708097"/>
                </a:solidFill>
              </a:defRPr>
            </a:lvl8pPr>
            <a:lvl9pPr>
              <a:defRPr sz="2100" b="1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708097"/>
                </a:solidFill>
              </a:defRPr>
            </a:pPr>
            <a:r>
              <a:rPr sz="2100" b="1" i="0">
                <a:solidFill>
                  <a:srgbClr val="708097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F43B0-05D6-41EB-88EC-0917BE2E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1952625" cy="2476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61C25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07E81-0F2D-4898-977A-7A409D5C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86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 i="0">
                <a:solidFill>
                  <a:srgbClr val="6EE7B7"/>
                </a:solidFill>
              </a:defRPr>
            </a:defPPr>
            <a:lvl1pPr>
              <a:defRPr sz="1425" b="1" i="0">
                <a:solidFill>
                  <a:srgbClr val="6EE7B7"/>
                </a:solidFill>
              </a:defRPr>
            </a:lvl1pPr>
            <a:lvl2pPr>
              <a:defRPr sz="1425" b="1" i="0">
                <a:solidFill>
                  <a:srgbClr val="6EE7B7"/>
                </a:solidFill>
              </a:defRPr>
            </a:lvl2pPr>
            <a:lvl3pPr>
              <a:defRPr sz="1425" b="1" i="0">
                <a:solidFill>
                  <a:srgbClr val="6EE7B7"/>
                </a:solidFill>
              </a:defRPr>
            </a:lvl3pPr>
            <a:lvl4pPr>
              <a:defRPr sz="1425" b="1" i="0">
                <a:solidFill>
                  <a:srgbClr val="6EE7B7"/>
                </a:solidFill>
              </a:defRPr>
            </a:lvl4pPr>
            <a:lvl5pPr>
              <a:defRPr sz="1425" b="1" i="0">
                <a:solidFill>
                  <a:srgbClr val="6EE7B7"/>
                </a:solidFill>
              </a:defRPr>
            </a:lvl5pPr>
            <a:lvl6pPr>
              <a:defRPr sz="1425" b="1" i="0">
                <a:solidFill>
                  <a:srgbClr val="6EE7B7"/>
                </a:solidFill>
              </a:defRPr>
            </a:lvl6pPr>
            <a:lvl7pPr>
              <a:defRPr sz="1425" b="1" i="0">
                <a:solidFill>
                  <a:srgbClr val="6EE7B7"/>
                </a:solidFill>
              </a:defRPr>
            </a:lvl7pPr>
            <a:lvl8pPr>
              <a:defRPr sz="1425" b="1" i="0">
                <a:solidFill>
                  <a:srgbClr val="6EE7B7"/>
                </a:solidFill>
              </a:defRPr>
            </a:lvl8pPr>
            <a:lvl9pPr>
              <a:defRPr sz="14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6EE7B7"/>
                </a:solidFill>
              </a:defRPr>
            </a:pPr>
            <a:r>
              <a:rPr sz="1425" b="1" i="0">
                <a:solidFill>
                  <a:srgbClr val="6EE7B7"/>
                </a:solidFill>
              </a:rPr>
              <a:t>4. Cluster consensus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5FBD9-9C32-443C-A723-635DE5C8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160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Consolidate only a clear same-row catalogue majority. Preserve individual matches.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2AA3F-B895-4293-8582-B9E6E58A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9953625" cy="6000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B22"/>
          </a:solidFill>
          <a:ln xmlns:a="http://schemas.openxmlformats.org/drawingml/2006/main" w="9525">
            <a:solidFill>
              <a:srgbClr val="2B53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709BF-C9B5-456A-8638-25FA9459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911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38BDF8"/>
                </a:solidFill>
              </a:defRPr>
            </a:defPPr>
            <a:lvl1pPr>
              <a:defRPr sz="1050" b="1" i="0">
                <a:solidFill>
                  <a:srgbClr val="38BDF8"/>
                </a:solidFill>
              </a:defRPr>
            </a:lvl1pPr>
            <a:lvl2pPr>
              <a:defRPr sz="1050" b="1" i="0">
                <a:solidFill>
                  <a:srgbClr val="38BDF8"/>
                </a:solidFill>
              </a:defRPr>
            </a:lvl2pPr>
            <a:lvl3pPr>
              <a:defRPr sz="1050" b="1" i="0">
                <a:solidFill>
                  <a:srgbClr val="38BDF8"/>
                </a:solidFill>
              </a:defRPr>
            </a:lvl3pPr>
            <a:lvl4pPr>
              <a:defRPr sz="1050" b="1" i="0">
                <a:solidFill>
                  <a:srgbClr val="38BDF8"/>
                </a:solidFill>
              </a:defRPr>
            </a:lvl4pPr>
            <a:lvl5pPr>
              <a:defRPr sz="1050" b="1" i="0">
                <a:solidFill>
                  <a:srgbClr val="38BDF8"/>
                </a:solidFill>
              </a:defRPr>
            </a:lvl5pPr>
            <a:lvl6pPr>
              <a:defRPr sz="1050" b="1" i="0">
                <a:solidFill>
                  <a:srgbClr val="38BDF8"/>
                </a:solidFill>
              </a:defRPr>
            </a:lvl6pPr>
            <a:lvl7pPr>
              <a:defRPr sz="1050" b="1" i="0">
                <a:solidFill>
                  <a:srgbClr val="38BDF8"/>
                </a:solidFill>
              </a:defRPr>
            </a:lvl7pPr>
            <a:lvl8pPr>
              <a:defRPr sz="1050" b="1" i="0">
                <a:solidFill>
                  <a:srgbClr val="38BDF8"/>
                </a:solidFill>
              </a:defRPr>
            </a:lvl8pPr>
            <a:lvl9pPr>
              <a:defRPr sz="1050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38BDF8"/>
                </a:solidFill>
              </a:defRPr>
            </a:pPr>
            <a:r>
              <a:rPr sz="1050" b="1" i="0">
                <a:solidFill>
                  <a:srgbClr val="38BDF8"/>
                </a:solidFill>
              </a:rPr>
              <a:t>Current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EBAA0-29B6-43E8-80A2-6D3F3FD9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435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F8FAFC"/>
                </a:solidFill>
              </a:defRPr>
            </a:defPPr>
            <a:lvl1pPr>
              <a:defRPr sz="1200" b="0" i="0">
                <a:solidFill>
                  <a:srgbClr val="F8FAFC"/>
                </a:solidFill>
              </a:defRPr>
            </a:lvl1pPr>
            <a:lvl2pPr>
              <a:defRPr sz="1200" b="0" i="0">
                <a:solidFill>
                  <a:srgbClr val="F8FAFC"/>
                </a:solidFill>
              </a:defRPr>
            </a:lvl2pPr>
            <a:lvl3pPr>
              <a:defRPr sz="1200" b="0" i="0">
                <a:solidFill>
                  <a:srgbClr val="F8FAFC"/>
                </a:solidFill>
              </a:defRPr>
            </a:lvl3pPr>
            <a:lvl4pPr>
              <a:defRPr sz="1200" b="0" i="0">
                <a:solidFill>
                  <a:srgbClr val="F8FAFC"/>
                </a:solidFill>
              </a:defRPr>
            </a:lvl4pPr>
            <a:lvl5pPr>
              <a:defRPr sz="1200" b="0" i="0">
                <a:solidFill>
                  <a:srgbClr val="F8FAFC"/>
                </a:solidFill>
              </a:defRPr>
            </a:lvl5pPr>
            <a:lvl6pPr>
              <a:defRPr sz="1200" b="0" i="0">
                <a:solidFill>
                  <a:srgbClr val="F8FAFC"/>
                </a:solidFill>
              </a:defRPr>
            </a:lvl6pPr>
            <a:lvl7pPr>
              <a:defRPr sz="1200" b="0" i="0">
                <a:solidFill>
                  <a:srgbClr val="F8FAFC"/>
                </a:solidFill>
              </a:defRPr>
            </a:lvl7pPr>
            <a:lvl8pPr>
              <a:defRPr sz="1200" b="0" i="0">
                <a:solidFill>
                  <a:srgbClr val="F8FAFC"/>
                </a:solidFill>
              </a:defRPr>
            </a:lvl8pPr>
            <a:lvl9pPr>
              <a:defRPr sz="120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F8FAFC"/>
                </a:solidFill>
              </a:defRPr>
            </a:pPr>
            <a:r>
              <a:rPr sz="1200" b="0" i="0">
                <a:solidFill>
                  <a:srgbClr val="F8FAFC"/>
                </a:solidFill>
              </a:rPr>
              <a:t>CLIP score 0.90 and ambiguity margin 0.03 are present in code but require controlled crop-level calibration. No trained YOLO SKU-classifier or variant accuracy metric is claimed.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A10AD-28EA-4E90-9DE2-D3FF8012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957EC-15BF-4496-BD5F-4894F0A0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09  /  16</a:t>
            </a:r>
          </a:p>
        </p:txBody>
      </p:sp>
    </p:spTree>
    <p:extLst>
      <p:ext uri="{BB962C8B-B14F-4D97-AF65-F5344CB8AC3E}">
        <p14:creationId xmlns:p14="http://schemas.microsoft.com/office/powerpoint/2010/main" val="3124397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10DBD1F-3CF3-4A8A-98AB-62834A34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6F945-798C-4A0E-BB8F-95EE1E55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Planogram coordinate mapping and compliance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A8752-E62C-4126-ABD8-0A22DD62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The audit compares expected facing slots with observed, calibrated crop positions in the same row coordinate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EFD09-5CF8-4C28-B178-EC97EB22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E9FC5-FEA7-43A7-BF9D-656A388A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04825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151B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4CA66-F43C-4AA6-87DA-4E56CEF7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0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 i="0">
                <a:solidFill>
                  <a:srgbClr val="2DD4BF"/>
                </a:solidFill>
              </a:defRPr>
            </a:defPPr>
            <a:lvl1pPr>
              <a:defRPr sz="1425" b="1" i="0">
                <a:solidFill>
                  <a:srgbClr val="2DD4BF"/>
                </a:solidFill>
              </a:defRPr>
            </a:lvl1pPr>
            <a:lvl2pPr>
              <a:defRPr sz="1425" b="1" i="0">
                <a:solidFill>
                  <a:srgbClr val="2DD4BF"/>
                </a:solidFill>
              </a:defRPr>
            </a:lvl2pPr>
            <a:lvl3pPr>
              <a:defRPr sz="1425" b="1" i="0">
                <a:solidFill>
                  <a:srgbClr val="2DD4BF"/>
                </a:solidFill>
              </a:defRPr>
            </a:lvl3pPr>
            <a:lvl4pPr>
              <a:defRPr sz="1425" b="1" i="0">
                <a:solidFill>
                  <a:srgbClr val="2DD4BF"/>
                </a:solidFill>
              </a:defRPr>
            </a:lvl4pPr>
            <a:lvl5pPr>
              <a:defRPr sz="1425" b="1" i="0">
                <a:solidFill>
                  <a:srgbClr val="2DD4BF"/>
                </a:solidFill>
              </a:defRPr>
            </a:lvl5pPr>
            <a:lvl6pPr>
              <a:defRPr sz="1425" b="1" i="0">
                <a:solidFill>
                  <a:srgbClr val="2DD4BF"/>
                </a:solidFill>
              </a:defRPr>
            </a:lvl6pPr>
            <a:lvl7pPr>
              <a:defRPr sz="1425" b="1" i="0">
                <a:solidFill>
                  <a:srgbClr val="2DD4BF"/>
                </a:solidFill>
              </a:defRPr>
            </a:lvl7pPr>
            <a:lvl8pPr>
              <a:defRPr sz="1425" b="1" i="0">
                <a:solidFill>
                  <a:srgbClr val="2DD4BF"/>
                </a:solidFill>
              </a:defRPr>
            </a:lvl8pPr>
            <a:lvl9pPr>
              <a:defRPr sz="1425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2DD4BF"/>
                </a:solidFill>
              </a:defRPr>
            </a:pPr>
            <a:r>
              <a:rPr sz="1425" b="1" i="0">
                <a:solidFill>
                  <a:srgbClr val="2DD4BF"/>
                </a:solidFill>
              </a:rPr>
              <a:t>Expected planogram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C988D-73AA-4076-9234-B2843AEB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6670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C0DF0-C315-40A1-B6BF-B0ABD26F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581275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4D32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CB893-F4EA-4AFA-B7C2-C76E8B1B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90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8175E-8DB4-4165-9E06-B5963332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89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D8FCA-E363-4AA6-A28E-06EE58FC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87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4AD8E-2C8A-4D19-9740-87631D65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855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359B0-F107-47B0-A993-305397D9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F205D-E4D0-4B38-8B3C-759942C9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63C6F-F478-4B12-B260-0F41BDE0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80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D0FD7-B666-4C09-A3B4-ABA84C0C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066E0-3FC6-4655-AB7E-4225C714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76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35808-7FB5-44AC-A987-3A866471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8BD00-0B2B-4B0D-8447-8657ACD3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73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02224-C738-479E-B324-722591DB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715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BAAB6-DE11-46C3-AA7B-73904F58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9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0870E-15B5-4196-851C-7004FB35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6CD523-1095-4084-B771-B8A5BFF9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4DFD3-137E-4B29-987D-7FA30539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718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35EF35-06CB-44EA-BBBA-4735C9EB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86100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4D4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6489AC-FA1A-4924-8BD6-7F86F4CB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90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EC751-3709-4EFD-95CC-8A31531D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89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1DB7BC-5E57-4EAC-B86C-CF5C38C5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87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B051B7-87EC-49C3-A935-DB4695B7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855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8C73FD-ED4E-4740-B3D5-C276B27D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4EDDA1-C1A6-4084-8B4A-44748AA5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284458-DE44-447E-8121-6FC52189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80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09F23F-B21F-4B40-916C-66C5B479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5AE056-C19B-4F38-8BD7-142BE721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76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3BF3DB-A0AB-48EA-B3F5-5BA0C49D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158E68-6F90-4163-B7FB-C3C22556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73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112B2B-F840-4822-B08F-94291C22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715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F6D699-927E-480E-BAF9-830E2745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9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E5A2E7-9783-443C-B8AB-115EBEE0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52A34D-AB72-4175-8F47-0FD95251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F1EFCC-BB18-421B-BF8E-F369B775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766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7C56B0-396A-4955-8489-165AF2AC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90925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84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53F626-85D2-47B6-897E-C009BD02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90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099DED-A77C-4464-A7C1-86782F7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89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4FA663-5F5F-4E38-9B3B-553D3C81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87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344938-857D-47D0-97F0-7F78099A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855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C03ADB-087C-4B2F-B3F8-0EE8466D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03C14D-183F-461F-A23C-2D2950B6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EDAAF3-75EF-4F26-A66B-B1285738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80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FA4EB9-DAE9-47D3-8CFF-6CA13A39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19AEA0-9C20-4510-8C74-CBF88A73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76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B81591-EF70-414E-A523-AD793D86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D0D8A7-ED97-4CEC-8D21-EDE99EE9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73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57FEEC-7CE0-4AE4-87D1-2BF8BA36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715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03F426-C192-4F3D-8FFF-A2150A2D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9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06B8B2-2129-4246-B2D7-9E2B03AC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804022-67A9-4137-8013-89BA5136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9BB014-00F2-48AA-BF94-29D79A2C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814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593778-A681-42BF-86D1-A69FD3F8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95750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223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0974C4-D22D-4267-8F18-818DD14B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90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DB642FD-CBD7-4E0C-91DE-BC98723A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89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9C3402-B558-44E5-9671-01454DE4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87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7698CD8-0D88-41AC-AE18-FDF15F06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855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ACA6005-4E35-4C38-956E-5E75F320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9D6138-8A8C-48B7-9A59-34DE755E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3D04FB-5A9A-4656-8D2F-99D6FF9B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80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C72B447-A834-472B-A1EB-BDD6293B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0FB2756-A1B6-4B38-B30C-CD678AF5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76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8DC893F-BF44-42B1-B710-408EC6EE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577660C-1E13-4B21-9522-B3D97847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73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2A084F4-F3C6-4C5B-B2F6-5BD28CDB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715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7487FDB-36C6-4A96-8989-A899C3AA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9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DBBB646-1FA7-4A67-A26B-541C5D4C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88CF11-94CA-46A1-91A2-0F32FC18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9227959-E0F5-455E-BE41-66E2D211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E2E8F0"/>
                </a:solidFill>
              </a:defRPr>
            </a:defPPr>
            <a:lvl1pPr>
              <a:defRPr sz="975" b="0" i="0">
                <a:solidFill>
                  <a:srgbClr val="E2E8F0"/>
                </a:solidFill>
              </a:defRPr>
            </a:lvl1pPr>
            <a:lvl2pPr>
              <a:defRPr sz="975" b="0" i="0">
                <a:solidFill>
                  <a:srgbClr val="E2E8F0"/>
                </a:solidFill>
              </a:defRPr>
            </a:lvl2pPr>
            <a:lvl3pPr>
              <a:defRPr sz="975" b="0" i="0">
                <a:solidFill>
                  <a:srgbClr val="E2E8F0"/>
                </a:solidFill>
              </a:defRPr>
            </a:lvl3pPr>
            <a:lvl4pPr>
              <a:defRPr sz="975" b="0" i="0">
                <a:solidFill>
                  <a:srgbClr val="E2E8F0"/>
                </a:solidFill>
              </a:defRPr>
            </a:lvl4pPr>
            <a:lvl5pPr>
              <a:defRPr sz="975" b="0" i="0">
                <a:solidFill>
                  <a:srgbClr val="E2E8F0"/>
                </a:solidFill>
              </a:defRPr>
            </a:lvl5pPr>
            <a:lvl6pPr>
              <a:defRPr sz="975" b="0" i="0">
                <a:solidFill>
                  <a:srgbClr val="E2E8F0"/>
                </a:solidFill>
              </a:defRPr>
            </a:lvl6pPr>
            <a:lvl7pPr>
              <a:defRPr sz="975" b="0" i="0">
                <a:solidFill>
                  <a:srgbClr val="E2E8F0"/>
                </a:solidFill>
              </a:defRPr>
            </a:lvl7pPr>
            <a:lvl8pPr>
              <a:defRPr sz="975" b="0" i="0">
                <a:solidFill>
                  <a:srgbClr val="E2E8F0"/>
                </a:solidFill>
              </a:defRPr>
            </a:lvl8pPr>
            <a:lvl9pPr>
              <a:defRPr sz="9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E2E8F0"/>
                </a:solidFill>
              </a:defRPr>
            </a:pPr>
            <a:r>
              <a:rPr sz="975" b="0" i="0">
                <a:solidFill>
                  <a:srgbClr val="E2E8F0"/>
                </a:solidFill>
              </a:rPr>
              <a:t>15 expected facings per row  |  width 120 cm  |  top-to-bottom row index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EF6D544-093E-44D9-8A32-9E123C3E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504825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151B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69153B-0245-4A2C-BEAC-B76A26A5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0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 i="0">
                <a:solidFill>
                  <a:srgbClr val="38BDF8"/>
                </a:solidFill>
              </a:defRPr>
            </a:defPPr>
            <a:lvl1pPr>
              <a:defRPr sz="1425" b="1" i="0">
                <a:solidFill>
                  <a:srgbClr val="38BDF8"/>
                </a:solidFill>
              </a:defRPr>
            </a:lvl1pPr>
            <a:lvl2pPr>
              <a:defRPr sz="1425" b="1" i="0">
                <a:solidFill>
                  <a:srgbClr val="38BDF8"/>
                </a:solidFill>
              </a:defRPr>
            </a:lvl2pPr>
            <a:lvl3pPr>
              <a:defRPr sz="1425" b="1" i="0">
                <a:solidFill>
                  <a:srgbClr val="38BDF8"/>
                </a:solidFill>
              </a:defRPr>
            </a:lvl3pPr>
            <a:lvl4pPr>
              <a:defRPr sz="1425" b="1" i="0">
                <a:solidFill>
                  <a:srgbClr val="38BDF8"/>
                </a:solidFill>
              </a:defRPr>
            </a:lvl4pPr>
            <a:lvl5pPr>
              <a:defRPr sz="1425" b="1" i="0">
                <a:solidFill>
                  <a:srgbClr val="38BDF8"/>
                </a:solidFill>
              </a:defRPr>
            </a:lvl5pPr>
            <a:lvl6pPr>
              <a:defRPr sz="1425" b="1" i="0">
                <a:solidFill>
                  <a:srgbClr val="38BDF8"/>
                </a:solidFill>
              </a:defRPr>
            </a:lvl6pPr>
            <a:lvl7pPr>
              <a:defRPr sz="1425" b="1" i="0">
                <a:solidFill>
                  <a:srgbClr val="38BDF8"/>
                </a:solidFill>
              </a:defRPr>
            </a:lvl7pPr>
            <a:lvl8pPr>
              <a:defRPr sz="1425" b="1" i="0">
                <a:solidFill>
                  <a:srgbClr val="38BDF8"/>
                </a:solidFill>
              </a:defRPr>
            </a:lvl8pPr>
            <a:lvl9pPr>
              <a:defRPr sz="1425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38BDF8"/>
                </a:solidFill>
              </a:defRPr>
            </a:pPr>
            <a:r>
              <a:rPr sz="1425" b="1" i="0">
                <a:solidFill>
                  <a:srgbClr val="38BDF8"/>
                </a:solidFill>
              </a:rPr>
              <a:t>Observed shelf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898E38-3224-4C5A-828A-5D73C904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670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1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151D9A4-276B-496F-AEAD-76857141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581275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4D32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5A7DB9E-99AC-46EA-A461-50AD6EF3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00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57C1805-72C0-4CA4-BDBE-35F41D2D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99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1BCE662-7BC9-42FE-96F3-5F37D73D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97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AF6CC74-585C-4F88-B3E8-0E98BC25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55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0AC7CD2-3DFA-43C3-B6CE-1B95432F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3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CBBF17C-32BB-431D-87A9-89AA259D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A5989DB-FF67-4491-80ED-81C90041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90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D0B9B6-1EBE-481F-A148-F444A6D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CC52196-2A42-4589-B50B-02C9689C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6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6E5B0ED-BB2B-4455-940D-E839428B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468B46D-61E3-47BF-BA2C-B530FBCB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983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DA70249-B002-4DCA-80CE-16CCE1D4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49E60C5-2D7B-41F1-A24B-7B7688EE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CBB821F-266E-401D-B1F1-CFDCC0A4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78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5E95F89-AB61-469B-B583-68339A1C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76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CAE7AFA-99AB-40EC-A7E3-0E23D512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1718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2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231DFCF-8E26-4625-81F1-160EEADF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86100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4D4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05C58DD-F90F-4385-8246-07A72EEB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00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D81DE01-07DC-4C38-BF78-96D150A3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99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D296298-1A05-4692-9FFD-59C9E652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97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B8889C5-C006-461D-B6FB-AF98F7D5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55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9A05A3F-2013-4E15-A906-F4CFDFC5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3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E51670D-45AD-444E-9D2B-AB4E881D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4BD13BD-35CC-450B-BC9A-D5D046D6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90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A12DA19-B24B-4D04-8DFE-21810EB5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7F4ADDA-D169-4A7B-A073-C69620F2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6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F175DCC-124D-464C-A849-F03CB24F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CFBAE13-8721-4FA9-ADB9-85C5A09A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983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F03BA46-5257-411A-B175-725265E5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4C2620E-49E2-4ADB-BEEB-C6F8B182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7BE61C9-A212-4EF8-86C0-01E99BC1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78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E627332-FBB6-4416-B54D-9CED23DB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76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B3FAF56-7F93-4CF4-9B28-D4670044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6766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3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170DF42-09E7-496F-B34D-C90E5D25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90925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84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97F35F8-2FE7-45CB-8E2E-CCA66369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00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0AD01DF-018D-4969-916C-33C556AA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99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0E1F411-0EA3-46A1-915C-5740827B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97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4178ABB-35BC-427E-B325-F8156FAB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55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60DFB5F-DE52-444D-9C52-4F5A7608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3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3FCE344-8FA6-4F05-BE38-19757170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AE6B6D8-7CAB-4C28-BE72-8F4291CD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90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04C7E9A-AD43-414A-813A-9F213102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78A825A-0DC7-4483-B2A7-17E957EF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6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92962C2-DCA8-41EE-8250-D30F303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AD6D682-D540-4AB7-B18A-63722274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983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E5D9E65-2010-4C67-8365-05BDFB13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B8B173C-E84D-4DDF-9940-3343BB5C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6894D4B-4795-4BD1-8CE0-708000A4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78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24BF51D-57FC-4E53-9AE8-E41370AE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76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C07FC0A-E7B6-4485-AE2B-1F8F2363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4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21EAA75-7625-44CD-BC6C-1F1434FB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095750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223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B9278A7-5F21-4057-9E8C-520C6725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00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F179733-0E3A-4D30-812E-7BE98309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99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62426C5-344A-4143-BFBF-32493951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97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213FC21-DCE1-48DF-9B94-2A7DC649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55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931CD7C-FE9B-4C5B-AEE3-C00FF0EE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3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5673243-FFEA-431C-8F0F-14E9E10F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DEDD2F4-CC50-4E90-B47D-FA239A1A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90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82A100C-82AB-4F2D-9AF5-9DF88F1E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70B4259-614D-421E-80F2-9547F1AF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6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D55E423-6166-4D81-BCFB-3790C6D4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18013A4-D081-404F-8B51-F68C9D6B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983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A9DFE4C-6E2A-4C6C-85ED-BF691282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7DF39CA-C8C0-4381-B55C-88C65414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842D786-E506-4519-8BBD-87D1E732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78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18AED50-A036-4EE5-9C0E-A4CC99C0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76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77F46F8-D00C-46F5-956D-6D07B969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81275"/>
            <a:ext cx="240983" cy="276225"/>
          </a:xfrm>
          <a:prstGeom xmlns:a="http://schemas.openxmlformats.org/drawingml/2006/main" prst="roundRect">
            <a:avLst>
              <a:gd name="adj" fmla="val 11858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AD4E1BF-203A-44D1-B24E-A4D5CB5B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3086100"/>
            <a:ext cx="240983" cy="276225"/>
          </a:xfrm>
          <a:prstGeom xmlns:a="http://schemas.openxmlformats.org/drawingml/2006/main" prst="roundRect">
            <a:avLst>
              <a:gd name="adj" fmla="val 11858"/>
            </a:avLst>
          </a:prstGeom>
          <a:solidFill xmlns:a="http://schemas.openxmlformats.org/drawingml/2006/main">
            <a:srgbClr val="0D0F12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B8229CE-CDB0-47ED-B93B-509AC437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72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FB7185"/>
                </a:solidFill>
              </a:defRPr>
            </a:defPPr>
            <a:lvl1pPr>
              <a:defRPr sz="975" b="0" i="0">
                <a:solidFill>
                  <a:srgbClr val="FB7185"/>
                </a:solidFill>
              </a:defRPr>
            </a:lvl1pPr>
            <a:lvl2pPr>
              <a:defRPr sz="975" b="0" i="0">
                <a:solidFill>
                  <a:srgbClr val="FB7185"/>
                </a:solidFill>
              </a:defRPr>
            </a:lvl2pPr>
            <a:lvl3pPr>
              <a:defRPr sz="975" b="0" i="0">
                <a:solidFill>
                  <a:srgbClr val="FB7185"/>
                </a:solidFill>
              </a:defRPr>
            </a:lvl3pPr>
            <a:lvl4pPr>
              <a:defRPr sz="975" b="0" i="0">
                <a:solidFill>
                  <a:srgbClr val="FB7185"/>
                </a:solidFill>
              </a:defRPr>
            </a:lvl4pPr>
            <a:lvl5pPr>
              <a:defRPr sz="975" b="0" i="0">
                <a:solidFill>
                  <a:srgbClr val="FB7185"/>
                </a:solidFill>
              </a:defRPr>
            </a:lvl5pPr>
            <a:lvl6pPr>
              <a:defRPr sz="975" b="0" i="0">
                <a:solidFill>
                  <a:srgbClr val="FB7185"/>
                </a:solidFill>
              </a:defRPr>
            </a:lvl6pPr>
            <a:lvl7pPr>
              <a:defRPr sz="975" b="0" i="0">
                <a:solidFill>
                  <a:srgbClr val="FB7185"/>
                </a:solidFill>
              </a:defRPr>
            </a:lvl7pPr>
            <a:lvl8pPr>
              <a:defRPr sz="975" b="0" i="0">
                <a:solidFill>
                  <a:srgbClr val="FB7185"/>
                </a:solidFill>
              </a:defRPr>
            </a:lvl8pPr>
            <a:lvl9pPr>
              <a:defRPr sz="975" b="0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FB7185"/>
                </a:solidFill>
              </a:defRPr>
            </a:pPr>
            <a:r>
              <a:rPr sz="975" b="0" i="0">
                <a:solidFill>
                  <a:srgbClr val="FB7185"/>
                </a:solidFill>
              </a:rPr>
              <a:t>red = misplaced Lays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8E6A915-8C67-4967-9A2B-211E3BDE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72000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F59E0B"/>
                </a:solidFill>
              </a:defRPr>
            </a:defPPr>
            <a:lvl1pPr>
              <a:defRPr sz="975" b="0" i="0">
                <a:solidFill>
                  <a:srgbClr val="F59E0B"/>
                </a:solidFill>
              </a:defRPr>
            </a:lvl1pPr>
            <a:lvl2pPr>
              <a:defRPr sz="975" b="0" i="0">
                <a:solidFill>
                  <a:srgbClr val="F59E0B"/>
                </a:solidFill>
              </a:defRPr>
            </a:lvl2pPr>
            <a:lvl3pPr>
              <a:defRPr sz="975" b="0" i="0">
                <a:solidFill>
                  <a:srgbClr val="F59E0B"/>
                </a:solidFill>
              </a:defRPr>
            </a:lvl3pPr>
            <a:lvl4pPr>
              <a:defRPr sz="975" b="0" i="0">
                <a:solidFill>
                  <a:srgbClr val="F59E0B"/>
                </a:solidFill>
              </a:defRPr>
            </a:lvl4pPr>
            <a:lvl5pPr>
              <a:defRPr sz="975" b="0" i="0">
                <a:solidFill>
                  <a:srgbClr val="F59E0B"/>
                </a:solidFill>
              </a:defRPr>
            </a:lvl5pPr>
            <a:lvl6pPr>
              <a:defRPr sz="975" b="0" i="0">
                <a:solidFill>
                  <a:srgbClr val="F59E0B"/>
                </a:solidFill>
              </a:defRPr>
            </a:lvl6pPr>
            <a:lvl7pPr>
              <a:defRPr sz="975" b="0" i="0">
                <a:solidFill>
                  <a:srgbClr val="F59E0B"/>
                </a:solidFill>
              </a:defRPr>
            </a:lvl7pPr>
            <a:lvl8pPr>
              <a:defRPr sz="975" b="0" i="0">
                <a:solidFill>
                  <a:srgbClr val="F59E0B"/>
                </a:solidFill>
              </a:defRPr>
            </a:lvl8pPr>
            <a:lvl9pPr>
              <a:defRPr sz="975" b="0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F59E0B"/>
                </a:solidFill>
              </a:defRPr>
            </a:pPr>
            <a:r>
              <a:rPr sz="975" b="0" i="0">
                <a:solidFill>
                  <a:srgbClr val="F59E0B"/>
                </a:solidFill>
              </a:rPr>
              <a:t>orange outline = empty facing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42ED0DB-BE0C-472E-91E0-A6D1D516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9677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2328"/>
          </a:solidFill>
          <a:ln xmlns:a="http://schemas.openxmlformats.org/drawingml/2006/main" w="9525">
            <a:solidFill>
              <a:srgbClr val="61394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1A15A59-1183-41FA-A058-FA04A4EB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24500"/>
            <a:ext cx="919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 i="0">
                <a:solidFill>
                  <a:srgbClr val="F8FAFC"/>
                </a:solidFill>
              </a:defRPr>
            </a:defPPr>
            <a:lvl1pPr>
              <a:defRPr sz="1125" b="1" i="0">
                <a:solidFill>
                  <a:srgbClr val="F8FAFC"/>
                </a:solidFill>
              </a:defRPr>
            </a:lvl1pPr>
            <a:lvl2pPr>
              <a:defRPr sz="1125" b="1" i="0">
                <a:solidFill>
                  <a:srgbClr val="F8FAFC"/>
                </a:solidFill>
              </a:defRPr>
            </a:lvl2pPr>
            <a:lvl3pPr>
              <a:defRPr sz="1125" b="1" i="0">
                <a:solidFill>
                  <a:srgbClr val="F8FAFC"/>
                </a:solidFill>
              </a:defRPr>
            </a:lvl3pPr>
            <a:lvl4pPr>
              <a:defRPr sz="1125" b="1" i="0">
                <a:solidFill>
                  <a:srgbClr val="F8FAFC"/>
                </a:solidFill>
              </a:defRPr>
            </a:lvl4pPr>
            <a:lvl5pPr>
              <a:defRPr sz="1125" b="1" i="0">
                <a:solidFill>
                  <a:srgbClr val="F8FAFC"/>
                </a:solidFill>
              </a:defRPr>
            </a:lvl5pPr>
            <a:lvl6pPr>
              <a:defRPr sz="1125" b="1" i="0">
                <a:solidFill>
                  <a:srgbClr val="F8FAFC"/>
                </a:solidFill>
              </a:defRPr>
            </a:lvl6pPr>
            <a:lvl7pPr>
              <a:defRPr sz="1125" b="1" i="0">
                <a:solidFill>
                  <a:srgbClr val="F8FAFC"/>
                </a:solidFill>
              </a:defRPr>
            </a:lvl7pPr>
            <a:lvl8pPr>
              <a:defRPr sz="1125" b="1" i="0">
                <a:solidFill>
                  <a:srgbClr val="F8FAFC"/>
                </a:solidFill>
              </a:defRPr>
            </a:lvl8pPr>
            <a:lvl9pPr>
              <a:defRPr sz="11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Conservative rule: when calibration is unavailable, the audit reports “needs review” instead of inferring a definitive missing-stock result.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0ED68EB-714F-446A-965D-98A2B7DE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9A8DD86-4F64-4EE1-8A60-F983E1DB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10  /  16</a:t>
            </a:r>
          </a:p>
        </p:txBody>
      </p:sp>
    </p:spTree>
    <p:extLst>
      <p:ext uri="{BB962C8B-B14F-4D97-AF65-F5344CB8AC3E}">
        <p14:creationId xmlns:p14="http://schemas.microsoft.com/office/powerpoint/2010/main" val="14290536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F468E-FBD3-4781-8405-AADA9687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D2927-4DAC-43AF-8846-96FCF150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Working product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13A60-1D86-4ED7-BF52-124921C3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The frontend persists planograms and image-processing outputs through the FastAPI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450D9-758D-4CFA-B36A-ACC453B1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52AF6-1454-48C5-8049-7BFABAE815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4df6ace6d4e7a"/>
          <a:srcRect xmlns:a="http://schemas.openxmlformats.org/drawingml/2006/main" l="5541" t="0" r="55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5257800" cy="3695700"/>
          </a:xfrm>
          <a:prstGeom xmlns:a="http://schemas.openxmlformats.org/drawingml/2006/main" prst="roundRect">
            <a:avLst>
              <a:gd name="adj" fmla="val 3608"/>
            </a:avLst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2239A-724C-4D78-9C4A-2CBB3E80A4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e2ce1c7ae4523"/>
          <a:srcRect xmlns:a="http://schemas.openxmlformats.org/drawingml/2006/main" l="5541" t="0" r="55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790700"/>
            <a:ext cx="5257800" cy="3695700"/>
          </a:xfrm>
          <a:prstGeom xmlns:a="http://schemas.openxmlformats.org/drawingml/2006/main" prst="roundRect">
            <a:avLst>
              <a:gd name="adj" fmla="val 360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A2AD4-8141-41BB-A5D7-F9D49ED7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38BDF8"/>
                </a:solidFill>
              </a:defRPr>
            </a:defPPr>
            <a:lvl1pPr>
              <a:defRPr sz="1200" b="1" i="0">
                <a:solidFill>
                  <a:srgbClr val="38BDF8"/>
                </a:solidFill>
              </a:defRPr>
            </a:lvl1pPr>
            <a:lvl2pPr>
              <a:defRPr sz="1200" b="1" i="0">
                <a:solidFill>
                  <a:srgbClr val="38BDF8"/>
                </a:solidFill>
              </a:defRPr>
            </a:lvl2pPr>
            <a:lvl3pPr>
              <a:defRPr sz="1200" b="1" i="0">
                <a:solidFill>
                  <a:srgbClr val="38BDF8"/>
                </a:solidFill>
              </a:defRPr>
            </a:lvl3pPr>
            <a:lvl4pPr>
              <a:defRPr sz="1200" b="1" i="0">
                <a:solidFill>
                  <a:srgbClr val="38BDF8"/>
                </a:solidFill>
              </a:defRPr>
            </a:lvl4pPr>
            <a:lvl5pPr>
              <a:defRPr sz="1200" b="1" i="0">
                <a:solidFill>
                  <a:srgbClr val="38BDF8"/>
                </a:solidFill>
              </a:defRPr>
            </a:lvl5pPr>
            <a:lvl6pPr>
              <a:defRPr sz="1200" b="1" i="0">
                <a:solidFill>
                  <a:srgbClr val="38BDF8"/>
                </a:solidFill>
              </a:defRPr>
            </a:lvl6pPr>
            <a:lvl7pPr>
              <a:defRPr sz="1200" b="1" i="0">
                <a:solidFill>
                  <a:srgbClr val="38BDF8"/>
                </a:solidFill>
              </a:defRPr>
            </a:lvl7pPr>
            <a:lvl8pPr>
              <a:defRPr sz="1200" b="1" i="0">
                <a:solidFill>
                  <a:srgbClr val="38BDF8"/>
                </a:solidFill>
              </a:defRPr>
            </a:lvl8pPr>
            <a:lvl9pPr>
              <a:defRPr sz="1200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38BDF8"/>
                </a:solidFill>
              </a:defRPr>
            </a:pPr>
            <a:r>
              <a:rPr sz="1200" b="1" i="0">
                <a:solidFill>
                  <a:srgbClr val="38BDF8"/>
                </a:solidFill>
              </a:rPr>
              <a:t>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85D8C-7773-484F-948B-2EE87830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76900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2DD4BF"/>
                </a:solidFill>
              </a:defRPr>
            </a:defPPr>
            <a:lvl1pPr>
              <a:defRPr sz="1200" b="1" i="0">
                <a:solidFill>
                  <a:srgbClr val="2DD4BF"/>
                </a:solidFill>
              </a:defRPr>
            </a:lvl1pPr>
            <a:lvl2pPr>
              <a:defRPr sz="1200" b="1" i="0">
                <a:solidFill>
                  <a:srgbClr val="2DD4BF"/>
                </a:solidFill>
              </a:defRPr>
            </a:lvl2pPr>
            <a:lvl3pPr>
              <a:defRPr sz="1200" b="1" i="0">
                <a:solidFill>
                  <a:srgbClr val="2DD4BF"/>
                </a:solidFill>
              </a:defRPr>
            </a:lvl3pPr>
            <a:lvl4pPr>
              <a:defRPr sz="1200" b="1" i="0">
                <a:solidFill>
                  <a:srgbClr val="2DD4BF"/>
                </a:solidFill>
              </a:defRPr>
            </a:lvl4pPr>
            <a:lvl5pPr>
              <a:defRPr sz="1200" b="1" i="0">
                <a:solidFill>
                  <a:srgbClr val="2DD4BF"/>
                </a:solidFill>
              </a:defRPr>
            </a:lvl5pPr>
            <a:lvl6pPr>
              <a:defRPr sz="1200" b="1" i="0">
                <a:solidFill>
                  <a:srgbClr val="2DD4BF"/>
                </a:solidFill>
              </a:defRPr>
            </a:lvl6pPr>
            <a:lvl7pPr>
              <a:defRPr sz="1200" b="1" i="0">
                <a:solidFill>
                  <a:srgbClr val="2DD4BF"/>
                </a:solidFill>
              </a:defRPr>
            </a:lvl7pPr>
            <a:lvl8pPr>
              <a:defRPr sz="1200" b="1" i="0">
                <a:solidFill>
                  <a:srgbClr val="2DD4BF"/>
                </a:solidFill>
              </a:defRPr>
            </a:lvl8pPr>
            <a:lvl9pPr>
              <a:defRPr sz="12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2DD4BF"/>
                </a:solidFill>
              </a:defRPr>
            </a:pPr>
            <a:r>
              <a:rPr sz="1200" b="1" i="0">
                <a:solidFill>
                  <a:srgbClr val="2DD4BF"/>
                </a:solidFill>
              </a:rPr>
              <a:t>Planogram Designer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E3209-9C4D-4D3D-8A95-60FDA099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The designer uses a dark SaaS shell, hierarchy outliner, physical shelf canvas, and direct API synchronization. The analysis flow renders cutout and compliance evidence in the same application.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77D66-0228-4001-880F-7DE12304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745E3-CA8B-4AFE-9CBF-9DE68D4C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11  /  16</a:t>
            </a:r>
          </a:p>
        </p:txBody>
      </p:sp>
    </p:spTree>
    <p:extLst>
      <p:ext uri="{BB962C8B-B14F-4D97-AF65-F5344CB8AC3E}">
        <p14:creationId xmlns:p14="http://schemas.microsoft.com/office/powerpoint/2010/main" val="346021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DF2B61-BAAF-4A7B-A5A5-A763AC70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439EA-F5B2-463D-843F-CBA5C1AE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Controlled four-row fixture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20111-8DC9-4096-9CF5-08FE2B33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The fixture provides scenario-level acceptance rules. It does not establish detector precision, recall, or calibrated measurement accuracy.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5692B-1FD7-460A-B521-D64D8185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D250E-1547-4ED0-9366-E99B969BF0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c15e08e984c27"/>
          <a:srcRect xmlns:a="http://schemas.openxmlformats.org/drawingml/2006/main" l="0" t="6250" r="0" b="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3048000" cy="4000500"/>
          </a:xfrm>
          <a:prstGeom xmlns:a="http://schemas.openxmlformats.org/drawingml/2006/main" prst="roundRect">
            <a:avLst>
              <a:gd name="adj" fmla="val 437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8818D-DB87-4DFB-8196-94B9F491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192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 i="0">
                <a:solidFill>
                  <a:srgbClr val="F8FAFC"/>
                </a:solidFill>
              </a:defRPr>
            </a:defPPr>
            <a:lvl1pPr>
              <a:defRPr sz="1500" b="1" i="0">
                <a:solidFill>
                  <a:srgbClr val="F8FAFC"/>
                </a:solidFill>
              </a:defRPr>
            </a:lvl1pPr>
            <a:lvl2pPr>
              <a:defRPr sz="1500" b="1" i="0">
                <a:solidFill>
                  <a:srgbClr val="F8FAFC"/>
                </a:solidFill>
              </a:defRPr>
            </a:lvl2pPr>
            <a:lvl3pPr>
              <a:defRPr sz="1500" b="1" i="0">
                <a:solidFill>
                  <a:srgbClr val="F8FAFC"/>
                </a:solidFill>
              </a:defRPr>
            </a:lvl3pPr>
            <a:lvl4pPr>
              <a:defRPr sz="1500" b="1" i="0">
                <a:solidFill>
                  <a:srgbClr val="F8FAFC"/>
                </a:solidFill>
              </a:defRPr>
            </a:lvl4pPr>
            <a:lvl5pPr>
              <a:defRPr sz="1500" b="1" i="0">
                <a:solidFill>
                  <a:srgbClr val="F8FAFC"/>
                </a:solidFill>
              </a:defRPr>
            </a:lvl5pPr>
            <a:lvl6pPr>
              <a:defRPr sz="1500" b="1" i="0">
                <a:solidFill>
                  <a:srgbClr val="F8FAFC"/>
                </a:solidFill>
              </a:defRPr>
            </a:lvl6pPr>
            <a:lvl7pPr>
              <a:defRPr sz="1500" b="1" i="0">
                <a:solidFill>
                  <a:srgbClr val="F8FAFC"/>
                </a:solidFill>
              </a:defRPr>
            </a:lvl7pPr>
            <a:lvl8pPr>
              <a:defRPr sz="1500" b="1" i="0">
                <a:solidFill>
                  <a:srgbClr val="F8FAFC"/>
                </a:solidFill>
              </a:defRPr>
            </a:lvl8pPr>
            <a:lvl9pPr>
              <a:defRPr sz="15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8FAFC"/>
                </a:solidFill>
              </a:defRPr>
            </a:pPr>
            <a:r>
              <a:rPr sz="1500" b="1" i="0">
                <a:solidFill>
                  <a:srgbClr val="F8FAFC"/>
                </a:solidFill>
              </a:rPr>
              <a:t>Fixture planogram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BEC27-EB19-4BD1-8EF1-B17E1C6A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28850"/>
            <a:ext cx="700087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1191B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9F568-E23B-4BA2-A2E1-AEB26C57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343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A8B1C1"/>
                </a:solidFill>
              </a:defRPr>
            </a:defPPr>
            <a:lvl1pPr>
              <a:defRPr sz="1050" b="1" i="0">
                <a:solidFill>
                  <a:srgbClr val="A8B1C1"/>
                </a:solidFill>
              </a:defRPr>
            </a:lvl1pPr>
            <a:lvl2pPr>
              <a:defRPr sz="1050" b="1" i="0">
                <a:solidFill>
                  <a:srgbClr val="A8B1C1"/>
                </a:solidFill>
              </a:defRPr>
            </a:lvl2pPr>
            <a:lvl3pPr>
              <a:defRPr sz="1050" b="1" i="0">
                <a:solidFill>
                  <a:srgbClr val="A8B1C1"/>
                </a:solidFill>
              </a:defRPr>
            </a:lvl3pPr>
            <a:lvl4pPr>
              <a:defRPr sz="1050" b="1" i="0">
                <a:solidFill>
                  <a:srgbClr val="A8B1C1"/>
                </a:solidFill>
              </a:defRPr>
            </a:lvl4pPr>
            <a:lvl5pPr>
              <a:defRPr sz="1050" b="1" i="0">
                <a:solidFill>
                  <a:srgbClr val="A8B1C1"/>
                </a:solidFill>
              </a:defRPr>
            </a:lvl5pPr>
            <a:lvl6pPr>
              <a:defRPr sz="1050" b="1" i="0">
                <a:solidFill>
                  <a:srgbClr val="A8B1C1"/>
                </a:solidFill>
              </a:defRPr>
            </a:lvl6pPr>
            <a:lvl7pPr>
              <a:defRPr sz="1050" b="1" i="0">
                <a:solidFill>
                  <a:srgbClr val="A8B1C1"/>
                </a:solidFill>
              </a:defRPr>
            </a:lvl7pPr>
            <a:lvl8pPr>
              <a:defRPr sz="1050" b="1" i="0">
                <a:solidFill>
                  <a:srgbClr val="A8B1C1"/>
                </a:solidFill>
              </a:defRPr>
            </a:lvl8pPr>
            <a:lvl9pPr>
              <a:defRPr sz="1050" b="1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A8B1C1"/>
                </a:solidFill>
              </a:defRPr>
            </a:pPr>
            <a:r>
              <a:rPr sz="1050" b="1" i="0">
                <a:solidFill>
                  <a:srgbClr val="A8B1C1"/>
                </a:solidFill>
              </a:rPr>
              <a:t>Row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6429C-72CB-4289-B7EC-A0B3D1B7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Amul Milk Chocolate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2F784-C1A3-42E7-AC03-4270430F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527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15 expected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4F3FC-0437-4DD1-86E3-89687B43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FB7185"/>
                </a:solidFill>
              </a:defRPr>
            </a:defPPr>
            <a:lvl1pPr>
              <a:defRPr sz="1050" b="1" i="0">
                <a:solidFill>
                  <a:srgbClr val="FB7185"/>
                </a:solidFill>
              </a:defRPr>
            </a:lvl1pPr>
            <a:lvl2pPr>
              <a:defRPr sz="1050" b="1" i="0">
                <a:solidFill>
                  <a:srgbClr val="FB7185"/>
                </a:solidFill>
              </a:defRPr>
            </a:lvl2pPr>
            <a:lvl3pPr>
              <a:defRPr sz="1050" b="1" i="0">
                <a:solidFill>
                  <a:srgbClr val="FB7185"/>
                </a:solidFill>
              </a:defRPr>
            </a:lvl3pPr>
            <a:lvl4pPr>
              <a:defRPr sz="1050" b="1" i="0">
                <a:solidFill>
                  <a:srgbClr val="FB7185"/>
                </a:solidFill>
              </a:defRPr>
            </a:lvl4pPr>
            <a:lvl5pPr>
              <a:defRPr sz="1050" b="1" i="0">
                <a:solidFill>
                  <a:srgbClr val="FB7185"/>
                </a:solidFill>
              </a:defRPr>
            </a:lvl5pPr>
            <a:lvl6pPr>
              <a:defRPr sz="1050" b="1" i="0">
                <a:solidFill>
                  <a:srgbClr val="FB7185"/>
                </a:solidFill>
              </a:defRPr>
            </a:lvl6pPr>
            <a:lvl7pPr>
              <a:defRPr sz="1050" b="1" i="0">
                <a:solidFill>
                  <a:srgbClr val="FB7185"/>
                </a:solidFill>
              </a:defRPr>
            </a:lvl7pPr>
            <a:lvl8pPr>
              <a:defRPr sz="1050" b="1" i="0">
                <a:solidFill>
                  <a:srgbClr val="FB7185"/>
                </a:solidFill>
              </a:defRPr>
            </a:lvl8pPr>
            <a:lvl9pPr>
              <a:defRPr sz="1050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FB7185"/>
                </a:solidFill>
              </a:defRPr>
            </a:pPr>
            <a:r>
              <a:rPr sz="1050" b="1" i="0">
                <a:solidFill>
                  <a:srgbClr val="FB7185"/>
                </a:solidFill>
              </a:rPr>
              <a:t>1 Yellow Lays interleaved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839F5-2EBD-4159-AED9-2D8F1EF5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71800"/>
            <a:ext cx="700087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1413C-EF65-413E-8355-51804347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86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A8B1C1"/>
                </a:solidFill>
              </a:defRPr>
            </a:defPPr>
            <a:lvl1pPr>
              <a:defRPr sz="1050" b="1" i="0">
                <a:solidFill>
                  <a:srgbClr val="A8B1C1"/>
                </a:solidFill>
              </a:defRPr>
            </a:lvl1pPr>
            <a:lvl2pPr>
              <a:defRPr sz="1050" b="1" i="0">
                <a:solidFill>
                  <a:srgbClr val="A8B1C1"/>
                </a:solidFill>
              </a:defRPr>
            </a:lvl2pPr>
            <a:lvl3pPr>
              <a:defRPr sz="1050" b="1" i="0">
                <a:solidFill>
                  <a:srgbClr val="A8B1C1"/>
                </a:solidFill>
              </a:defRPr>
            </a:lvl3pPr>
            <a:lvl4pPr>
              <a:defRPr sz="1050" b="1" i="0">
                <a:solidFill>
                  <a:srgbClr val="A8B1C1"/>
                </a:solidFill>
              </a:defRPr>
            </a:lvl4pPr>
            <a:lvl5pPr>
              <a:defRPr sz="1050" b="1" i="0">
                <a:solidFill>
                  <a:srgbClr val="A8B1C1"/>
                </a:solidFill>
              </a:defRPr>
            </a:lvl5pPr>
            <a:lvl6pPr>
              <a:defRPr sz="1050" b="1" i="0">
                <a:solidFill>
                  <a:srgbClr val="A8B1C1"/>
                </a:solidFill>
              </a:defRPr>
            </a:lvl6pPr>
            <a:lvl7pPr>
              <a:defRPr sz="1050" b="1" i="0">
                <a:solidFill>
                  <a:srgbClr val="A8B1C1"/>
                </a:solidFill>
              </a:defRPr>
            </a:lvl7pPr>
            <a:lvl8pPr>
              <a:defRPr sz="1050" b="1" i="0">
                <a:solidFill>
                  <a:srgbClr val="A8B1C1"/>
                </a:solidFill>
              </a:defRPr>
            </a:lvl8pPr>
            <a:lvl9pPr>
              <a:defRPr sz="1050" b="1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A8B1C1"/>
                </a:solidFill>
              </a:defRPr>
            </a:pPr>
            <a:r>
              <a:rPr sz="1050" b="1" i="0">
                <a:solidFill>
                  <a:srgbClr val="A8B1C1"/>
                </a:solidFill>
              </a:rPr>
              <a:t>Row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67444-DB8C-428C-B185-AC0E08F6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670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Yellow Lays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4082C-8540-4290-9EBB-F6F106E3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956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15 expected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F4FDE-C922-4A9C-8E57-2F85F647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337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F59E0B"/>
                </a:solidFill>
              </a:defRPr>
            </a:defPPr>
            <a:lvl1pPr>
              <a:defRPr sz="1050" b="1" i="0">
                <a:solidFill>
                  <a:srgbClr val="F59E0B"/>
                </a:solidFill>
              </a:defRPr>
            </a:lvl1pPr>
            <a:lvl2pPr>
              <a:defRPr sz="1050" b="1" i="0">
                <a:solidFill>
                  <a:srgbClr val="F59E0B"/>
                </a:solidFill>
              </a:defRPr>
            </a:lvl2pPr>
            <a:lvl3pPr>
              <a:defRPr sz="1050" b="1" i="0">
                <a:solidFill>
                  <a:srgbClr val="F59E0B"/>
                </a:solidFill>
              </a:defRPr>
            </a:lvl3pPr>
            <a:lvl4pPr>
              <a:defRPr sz="1050" b="1" i="0">
                <a:solidFill>
                  <a:srgbClr val="F59E0B"/>
                </a:solidFill>
              </a:defRPr>
            </a:lvl4pPr>
            <a:lvl5pPr>
              <a:defRPr sz="1050" b="1" i="0">
                <a:solidFill>
                  <a:srgbClr val="F59E0B"/>
                </a:solidFill>
              </a:defRPr>
            </a:lvl5pPr>
            <a:lvl6pPr>
              <a:defRPr sz="1050" b="1" i="0">
                <a:solidFill>
                  <a:srgbClr val="F59E0B"/>
                </a:solidFill>
              </a:defRPr>
            </a:lvl6pPr>
            <a:lvl7pPr>
              <a:defRPr sz="1050" b="1" i="0">
                <a:solidFill>
                  <a:srgbClr val="F59E0B"/>
                </a:solidFill>
              </a:defRPr>
            </a:lvl7pPr>
            <a:lvl8pPr>
              <a:defRPr sz="1050" b="1" i="0">
                <a:solidFill>
                  <a:srgbClr val="F59E0B"/>
                </a:solidFill>
              </a:defRPr>
            </a:lvl8pPr>
            <a:lvl9pPr>
              <a:defRPr sz="10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F59E0B"/>
                </a:solidFill>
              </a:defRPr>
            </a:pPr>
            <a:r>
              <a:rPr sz="1050" b="1" i="0">
                <a:solidFill>
                  <a:srgbClr val="F59E0B"/>
                </a:solidFill>
              </a:rPr>
              <a:t>14 reported, one empty facing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C7D4B-0682-457D-9931-EA8D01C7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14750"/>
            <a:ext cx="700087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9BE13-F043-4EE8-99BD-5F7B950C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829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A8B1C1"/>
                </a:solidFill>
              </a:defRPr>
            </a:defPPr>
            <a:lvl1pPr>
              <a:defRPr sz="1050" b="1" i="0">
                <a:solidFill>
                  <a:srgbClr val="A8B1C1"/>
                </a:solidFill>
              </a:defRPr>
            </a:lvl1pPr>
            <a:lvl2pPr>
              <a:defRPr sz="1050" b="1" i="0">
                <a:solidFill>
                  <a:srgbClr val="A8B1C1"/>
                </a:solidFill>
              </a:defRPr>
            </a:lvl2pPr>
            <a:lvl3pPr>
              <a:defRPr sz="1050" b="1" i="0">
                <a:solidFill>
                  <a:srgbClr val="A8B1C1"/>
                </a:solidFill>
              </a:defRPr>
            </a:lvl3pPr>
            <a:lvl4pPr>
              <a:defRPr sz="1050" b="1" i="0">
                <a:solidFill>
                  <a:srgbClr val="A8B1C1"/>
                </a:solidFill>
              </a:defRPr>
            </a:lvl4pPr>
            <a:lvl5pPr>
              <a:defRPr sz="1050" b="1" i="0">
                <a:solidFill>
                  <a:srgbClr val="A8B1C1"/>
                </a:solidFill>
              </a:defRPr>
            </a:lvl5pPr>
            <a:lvl6pPr>
              <a:defRPr sz="1050" b="1" i="0">
                <a:solidFill>
                  <a:srgbClr val="A8B1C1"/>
                </a:solidFill>
              </a:defRPr>
            </a:lvl6pPr>
            <a:lvl7pPr>
              <a:defRPr sz="1050" b="1" i="0">
                <a:solidFill>
                  <a:srgbClr val="A8B1C1"/>
                </a:solidFill>
              </a:defRPr>
            </a:lvl7pPr>
            <a:lvl8pPr>
              <a:defRPr sz="1050" b="1" i="0">
                <a:solidFill>
                  <a:srgbClr val="A8B1C1"/>
                </a:solidFill>
              </a:defRPr>
            </a:lvl8pPr>
            <a:lvl9pPr>
              <a:defRPr sz="1050" b="1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A8B1C1"/>
                </a:solidFill>
              </a:defRPr>
            </a:pPr>
            <a:r>
              <a:rPr sz="1050" b="1" i="0">
                <a:solidFill>
                  <a:srgbClr val="A8B1C1"/>
                </a:solidFill>
              </a:rPr>
              <a:t>Row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E3F35-D895-4216-818D-3DCF0087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100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Orange Juice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F247E-A5C1-40E0-8825-701A5266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15 expected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CE221-A799-4E62-81F3-D5B44F0C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7667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Full, ±2 facings tolerated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D4D23-D1D4-4B83-AFF3-066CA4EE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57700"/>
            <a:ext cx="700087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B52E7F-F19C-4F69-8F00-1ECA226C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572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A8B1C1"/>
                </a:solidFill>
              </a:defRPr>
            </a:defPPr>
            <a:lvl1pPr>
              <a:defRPr sz="1050" b="1" i="0">
                <a:solidFill>
                  <a:srgbClr val="A8B1C1"/>
                </a:solidFill>
              </a:defRPr>
            </a:lvl1pPr>
            <a:lvl2pPr>
              <a:defRPr sz="1050" b="1" i="0">
                <a:solidFill>
                  <a:srgbClr val="A8B1C1"/>
                </a:solidFill>
              </a:defRPr>
            </a:lvl2pPr>
            <a:lvl3pPr>
              <a:defRPr sz="1050" b="1" i="0">
                <a:solidFill>
                  <a:srgbClr val="A8B1C1"/>
                </a:solidFill>
              </a:defRPr>
            </a:lvl3pPr>
            <a:lvl4pPr>
              <a:defRPr sz="1050" b="1" i="0">
                <a:solidFill>
                  <a:srgbClr val="A8B1C1"/>
                </a:solidFill>
              </a:defRPr>
            </a:lvl4pPr>
            <a:lvl5pPr>
              <a:defRPr sz="1050" b="1" i="0">
                <a:solidFill>
                  <a:srgbClr val="A8B1C1"/>
                </a:solidFill>
              </a:defRPr>
            </a:lvl5pPr>
            <a:lvl6pPr>
              <a:defRPr sz="1050" b="1" i="0">
                <a:solidFill>
                  <a:srgbClr val="A8B1C1"/>
                </a:solidFill>
              </a:defRPr>
            </a:lvl6pPr>
            <a:lvl7pPr>
              <a:defRPr sz="1050" b="1" i="0">
                <a:solidFill>
                  <a:srgbClr val="A8B1C1"/>
                </a:solidFill>
              </a:defRPr>
            </a:lvl7pPr>
            <a:lvl8pPr>
              <a:defRPr sz="1050" b="1" i="0">
                <a:solidFill>
                  <a:srgbClr val="A8B1C1"/>
                </a:solidFill>
              </a:defRPr>
            </a:lvl8pPr>
            <a:lvl9pPr>
              <a:defRPr sz="1050" b="1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A8B1C1"/>
                </a:solidFill>
              </a:defRPr>
            </a:pPr>
            <a:r>
              <a:rPr sz="1050" b="1" i="0">
                <a:solidFill>
                  <a:srgbClr val="A8B1C1"/>
                </a:solidFill>
              </a:rPr>
              <a:t>Row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2E7ED1-1DAB-4A19-84E3-63D3EFC4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529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Fresh Laundry Liquid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F41E35-8590-454D-AAA9-1E149E16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815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15 expected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C9DE6B-BFDC-4EAB-9430-0E9CE464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96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Full and correctly arranged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F499C-21B7-4AE4-B07B-9FE98154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429250"/>
            <a:ext cx="70008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3A39"/>
          </a:solidFill>
          <a:ln xmlns:a="http://schemas.openxmlformats.org/drawingml/2006/main" w="9525">
            <a:solidFill>
              <a:srgbClr val="2C65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DFCCD4-1B75-4780-9ABD-FDB20E08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58165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 i="0">
                <a:solidFill>
                  <a:srgbClr val="6EE7B7"/>
                </a:solidFill>
              </a:defRPr>
            </a:defPPr>
            <a:lvl1pPr>
              <a:defRPr sz="1125" b="1" i="0">
                <a:solidFill>
                  <a:srgbClr val="6EE7B7"/>
                </a:solidFill>
              </a:defRPr>
            </a:lvl1pPr>
            <a:lvl2pPr>
              <a:defRPr sz="1125" b="1" i="0">
                <a:solidFill>
                  <a:srgbClr val="6EE7B7"/>
                </a:solidFill>
              </a:defRPr>
            </a:lvl2pPr>
            <a:lvl3pPr>
              <a:defRPr sz="1125" b="1" i="0">
                <a:solidFill>
                  <a:srgbClr val="6EE7B7"/>
                </a:solidFill>
              </a:defRPr>
            </a:lvl3pPr>
            <a:lvl4pPr>
              <a:defRPr sz="1125" b="1" i="0">
                <a:solidFill>
                  <a:srgbClr val="6EE7B7"/>
                </a:solidFill>
              </a:defRPr>
            </a:lvl4pPr>
            <a:lvl5pPr>
              <a:defRPr sz="1125" b="1" i="0">
                <a:solidFill>
                  <a:srgbClr val="6EE7B7"/>
                </a:solidFill>
              </a:defRPr>
            </a:lvl5pPr>
            <a:lvl6pPr>
              <a:defRPr sz="1125" b="1" i="0">
                <a:solidFill>
                  <a:srgbClr val="6EE7B7"/>
                </a:solidFill>
              </a:defRPr>
            </a:lvl6pPr>
            <a:lvl7pPr>
              <a:defRPr sz="1125" b="1" i="0">
                <a:solidFill>
                  <a:srgbClr val="6EE7B7"/>
                </a:solidFill>
              </a:defRPr>
            </a:lvl7pPr>
            <a:lvl8pPr>
              <a:defRPr sz="1125" b="1" i="0">
                <a:solidFill>
                  <a:srgbClr val="6EE7B7"/>
                </a:solidFill>
              </a:defRPr>
            </a:lvl8pPr>
            <a:lvl9pPr>
              <a:defRPr sz="11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Regression target: report one misplaced Lays on Row 1 and one empty Lays facing on Row 2 without false low-stock alerts.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76650D-F357-4D53-82D0-AAD2A868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4B1A5C-9E20-4147-A8FC-7790E3FD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12  /  16</a:t>
            </a:r>
          </a:p>
        </p:txBody>
      </p:sp>
    </p:spTree>
    <p:extLst>
      <p:ext uri="{BB962C8B-B14F-4D97-AF65-F5344CB8AC3E}">
        <p14:creationId xmlns:p14="http://schemas.microsoft.com/office/powerpoint/2010/main" val="333093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932D15-24D3-4117-A14A-E8D81F1B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E2B44-5FC9-498A-9E66-62B716DB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Verification evidence and engineering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E17BD-9234-4CD2-9001-1F720004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Tests exercise the isolated backend, image parser, frontend behavior, and critical browser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796DF-F9E9-4A30-A672-4FB0373C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5FDCB-86D5-4D4E-874F-44ECE6BE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287000" cy="581025"/>
          </a:xfrm>
          <a:prstGeom xmlns:a="http://schemas.openxmlformats.org/drawingml/2006/main" prst="roundRect">
            <a:avLst>
              <a:gd name="adj" fmla="val 22951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F758F-C326-41D6-8D2A-959C0D0E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240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2DD4BF"/>
                </a:solidFill>
              </a:defRPr>
            </a:defPPr>
            <a:lvl1pPr>
              <a:defRPr sz="1350" b="1" i="0">
                <a:solidFill>
                  <a:srgbClr val="2DD4BF"/>
                </a:solidFill>
              </a:defRPr>
            </a:lvl1pPr>
            <a:lvl2pPr>
              <a:defRPr sz="1350" b="1" i="0">
                <a:solidFill>
                  <a:srgbClr val="2DD4BF"/>
                </a:solidFill>
              </a:defRPr>
            </a:lvl2pPr>
            <a:lvl3pPr>
              <a:defRPr sz="1350" b="1" i="0">
                <a:solidFill>
                  <a:srgbClr val="2DD4BF"/>
                </a:solidFill>
              </a:defRPr>
            </a:lvl3pPr>
            <a:lvl4pPr>
              <a:defRPr sz="1350" b="1" i="0">
                <a:solidFill>
                  <a:srgbClr val="2DD4BF"/>
                </a:solidFill>
              </a:defRPr>
            </a:lvl4pPr>
            <a:lvl5pPr>
              <a:defRPr sz="1350" b="1" i="0">
                <a:solidFill>
                  <a:srgbClr val="2DD4BF"/>
                </a:solidFill>
              </a:defRPr>
            </a:lvl5pPr>
            <a:lvl6pPr>
              <a:defRPr sz="1350" b="1" i="0">
                <a:solidFill>
                  <a:srgbClr val="2DD4BF"/>
                </a:solidFill>
              </a:defRPr>
            </a:lvl6pPr>
            <a:lvl7pPr>
              <a:defRPr sz="1350" b="1" i="0">
                <a:solidFill>
                  <a:srgbClr val="2DD4BF"/>
                </a:solidFill>
              </a:defRPr>
            </a:lvl7pPr>
            <a:lvl8pPr>
              <a:defRPr sz="1350" b="1" i="0">
                <a:solidFill>
                  <a:srgbClr val="2DD4BF"/>
                </a:solidFill>
              </a:defRPr>
            </a:lvl8pPr>
            <a:lvl9pPr>
              <a:defRPr sz="13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2DD4BF"/>
                </a:solidFill>
              </a:defRPr>
            </a:pPr>
            <a:r>
              <a:rPr sz="1350" b="1" i="0">
                <a:solidFill>
                  <a:srgbClr val="2DD4BF"/>
                </a:solidFill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5F3AB-0F4F-4B3F-8212-7EB2CA85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240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pytest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F8C96-9C51-48A0-99BB-95AEAFD7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859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 i="0">
                <a:solidFill>
                  <a:srgbClr val="F8FAFC"/>
                </a:solidFill>
              </a:defRPr>
            </a:defPPr>
            <a:lvl1pPr>
              <a:defRPr sz="1725" b="1" i="0">
                <a:solidFill>
                  <a:srgbClr val="F8FAFC"/>
                </a:solidFill>
              </a:defRPr>
            </a:lvl1pPr>
            <a:lvl2pPr>
              <a:defRPr sz="1725" b="1" i="0">
                <a:solidFill>
                  <a:srgbClr val="F8FAFC"/>
                </a:solidFill>
              </a:defRPr>
            </a:lvl2pPr>
            <a:lvl3pPr>
              <a:defRPr sz="1725" b="1" i="0">
                <a:solidFill>
                  <a:srgbClr val="F8FAFC"/>
                </a:solidFill>
              </a:defRPr>
            </a:lvl3pPr>
            <a:lvl4pPr>
              <a:defRPr sz="1725" b="1" i="0">
                <a:solidFill>
                  <a:srgbClr val="F8FAFC"/>
                </a:solidFill>
              </a:defRPr>
            </a:lvl4pPr>
            <a:lvl5pPr>
              <a:defRPr sz="1725" b="1" i="0">
                <a:solidFill>
                  <a:srgbClr val="F8FAFC"/>
                </a:solidFill>
              </a:defRPr>
            </a:lvl5pPr>
            <a:lvl6pPr>
              <a:defRPr sz="1725" b="1" i="0">
                <a:solidFill>
                  <a:srgbClr val="F8FAFC"/>
                </a:solidFill>
              </a:defRPr>
            </a:lvl6pPr>
            <a:lvl7pPr>
              <a:defRPr sz="1725" b="1" i="0">
                <a:solidFill>
                  <a:srgbClr val="F8FAFC"/>
                </a:solidFill>
              </a:defRPr>
            </a:lvl7pPr>
            <a:lvl8pPr>
              <a:defRPr sz="1725" b="1" i="0">
                <a:solidFill>
                  <a:srgbClr val="F8FAFC"/>
                </a:solidFill>
              </a:defRPr>
            </a:lvl8pPr>
            <a:lvl9pPr>
              <a:defRPr sz="17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93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8C446-F75B-4476-BCF4-94231232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240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Temporary SQLite database and uploads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C1015-D68D-44CB-B128-ABA5A1FB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10287000" cy="581025"/>
          </a:xfrm>
          <a:prstGeom xmlns:a="http://schemas.openxmlformats.org/drawingml/2006/main" prst="roundRect">
            <a:avLst>
              <a:gd name="adj" fmla="val 22951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ED63B-859D-4918-98B5-0D532ABA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38BDF8"/>
                </a:solidFill>
              </a:defRPr>
            </a:defPPr>
            <a:lvl1pPr>
              <a:defRPr sz="1350" b="1" i="0">
                <a:solidFill>
                  <a:srgbClr val="38BDF8"/>
                </a:solidFill>
              </a:defRPr>
            </a:lvl1pPr>
            <a:lvl2pPr>
              <a:defRPr sz="1350" b="1" i="0">
                <a:solidFill>
                  <a:srgbClr val="38BDF8"/>
                </a:solidFill>
              </a:defRPr>
            </a:lvl2pPr>
            <a:lvl3pPr>
              <a:defRPr sz="1350" b="1" i="0">
                <a:solidFill>
                  <a:srgbClr val="38BDF8"/>
                </a:solidFill>
              </a:defRPr>
            </a:lvl3pPr>
            <a:lvl4pPr>
              <a:defRPr sz="1350" b="1" i="0">
                <a:solidFill>
                  <a:srgbClr val="38BDF8"/>
                </a:solidFill>
              </a:defRPr>
            </a:lvl4pPr>
            <a:lvl5pPr>
              <a:defRPr sz="1350" b="1" i="0">
                <a:solidFill>
                  <a:srgbClr val="38BDF8"/>
                </a:solidFill>
              </a:defRPr>
            </a:lvl5pPr>
            <a:lvl6pPr>
              <a:defRPr sz="1350" b="1" i="0">
                <a:solidFill>
                  <a:srgbClr val="38BDF8"/>
                </a:solidFill>
              </a:defRPr>
            </a:lvl6pPr>
            <a:lvl7pPr>
              <a:defRPr sz="1350" b="1" i="0">
                <a:solidFill>
                  <a:srgbClr val="38BDF8"/>
                </a:solidFill>
              </a:defRPr>
            </a:lvl7pPr>
            <a:lvl8pPr>
              <a:defRPr sz="1350" b="1" i="0">
                <a:solidFill>
                  <a:srgbClr val="38BDF8"/>
                </a:solidFill>
              </a:defRPr>
            </a:lvl8pPr>
            <a:lvl9pPr>
              <a:defRPr sz="1350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38BDF8"/>
                </a:solidFill>
              </a:defRPr>
            </a:pPr>
            <a:r>
              <a:rPr sz="1350" b="1" i="0">
                <a:solidFill>
                  <a:srgbClr val="38BDF8"/>
                </a:solidFill>
              </a:rPr>
              <a:t>Image parsing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EF351-1D9E-4830-B573-E30866CC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051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pytest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AD5D3-F1E1-4F0C-B1A4-EE4D47A8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670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 i="0">
                <a:solidFill>
                  <a:srgbClr val="F8FAFC"/>
                </a:solidFill>
              </a:defRPr>
            </a:defPPr>
            <a:lvl1pPr>
              <a:defRPr sz="1725" b="1" i="0">
                <a:solidFill>
                  <a:srgbClr val="F8FAFC"/>
                </a:solidFill>
              </a:defRPr>
            </a:lvl1pPr>
            <a:lvl2pPr>
              <a:defRPr sz="1725" b="1" i="0">
                <a:solidFill>
                  <a:srgbClr val="F8FAFC"/>
                </a:solidFill>
              </a:defRPr>
            </a:lvl2pPr>
            <a:lvl3pPr>
              <a:defRPr sz="1725" b="1" i="0">
                <a:solidFill>
                  <a:srgbClr val="F8FAFC"/>
                </a:solidFill>
              </a:defRPr>
            </a:lvl3pPr>
            <a:lvl4pPr>
              <a:defRPr sz="1725" b="1" i="0">
                <a:solidFill>
                  <a:srgbClr val="F8FAFC"/>
                </a:solidFill>
              </a:defRPr>
            </a:lvl4pPr>
            <a:lvl5pPr>
              <a:defRPr sz="1725" b="1" i="0">
                <a:solidFill>
                  <a:srgbClr val="F8FAFC"/>
                </a:solidFill>
              </a:defRPr>
            </a:lvl5pPr>
            <a:lvl6pPr>
              <a:defRPr sz="1725" b="1" i="0">
                <a:solidFill>
                  <a:srgbClr val="F8FAFC"/>
                </a:solidFill>
              </a:defRPr>
            </a:lvl6pPr>
            <a:lvl7pPr>
              <a:defRPr sz="1725" b="1" i="0">
                <a:solidFill>
                  <a:srgbClr val="F8FAFC"/>
                </a:solidFill>
              </a:defRPr>
            </a:lvl7pPr>
            <a:lvl8pPr>
              <a:defRPr sz="1725" b="1" i="0">
                <a:solidFill>
                  <a:srgbClr val="F8FAFC"/>
                </a:solidFill>
              </a:defRPr>
            </a:lvl8pPr>
            <a:lvl9pPr>
              <a:defRPr sz="17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40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B90B3-ABD5-46DD-BCC2-FE6EBEA9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Pipeline, geometry, row assignment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EC0F2-A864-4D33-B50A-01C7D7CC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10287000" cy="581025"/>
          </a:xfrm>
          <a:prstGeom xmlns:a="http://schemas.openxmlformats.org/drawingml/2006/main" prst="roundRect">
            <a:avLst>
              <a:gd name="adj" fmla="val 22951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1E19B-52AD-426B-86CA-D805A36B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861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59E0B"/>
                </a:solidFill>
              </a:defRPr>
            </a:defPPr>
            <a:lvl1pPr>
              <a:defRPr sz="1350" b="1" i="0">
                <a:solidFill>
                  <a:srgbClr val="F59E0B"/>
                </a:solidFill>
              </a:defRPr>
            </a:lvl1pPr>
            <a:lvl2pPr>
              <a:defRPr sz="1350" b="1" i="0">
                <a:solidFill>
                  <a:srgbClr val="F59E0B"/>
                </a:solidFill>
              </a:defRPr>
            </a:lvl2pPr>
            <a:lvl3pPr>
              <a:defRPr sz="1350" b="1" i="0">
                <a:solidFill>
                  <a:srgbClr val="F59E0B"/>
                </a:solidFill>
              </a:defRPr>
            </a:lvl3pPr>
            <a:lvl4pPr>
              <a:defRPr sz="1350" b="1" i="0">
                <a:solidFill>
                  <a:srgbClr val="F59E0B"/>
                </a:solidFill>
              </a:defRPr>
            </a:lvl4pPr>
            <a:lvl5pPr>
              <a:defRPr sz="1350" b="1" i="0">
                <a:solidFill>
                  <a:srgbClr val="F59E0B"/>
                </a:solidFill>
              </a:defRPr>
            </a:lvl5pPr>
            <a:lvl6pPr>
              <a:defRPr sz="1350" b="1" i="0">
                <a:solidFill>
                  <a:srgbClr val="F59E0B"/>
                </a:solidFill>
              </a:defRPr>
            </a:lvl6pPr>
            <a:lvl7pPr>
              <a:defRPr sz="1350" b="1" i="0">
                <a:solidFill>
                  <a:srgbClr val="F59E0B"/>
                </a:solidFill>
              </a:defRPr>
            </a:lvl7pPr>
            <a:lvl8pPr>
              <a:defRPr sz="1350" b="1" i="0">
                <a:solidFill>
                  <a:srgbClr val="F59E0B"/>
                </a:solidFill>
              </a:defRPr>
            </a:lvl8pPr>
            <a:lvl9pPr>
              <a:defRPr sz="13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3E27A-2275-40BD-B4F4-BD2A92B6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86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Vitest + TypeScript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D6AD9-728C-4BDA-9C33-474774B1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48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 i="0">
                <a:solidFill>
                  <a:srgbClr val="F8FAFC"/>
                </a:solidFill>
              </a:defRPr>
            </a:defPPr>
            <a:lvl1pPr>
              <a:defRPr sz="1725" b="1" i="0">
                <a:solidFill>
                  <a:srgbClr val="F8FAFC"/>
                </a:solidFill>
              </a:defRPr>
            </a:lvl1pPr>
            <a:lvl2pPr>
              <a:defRPr sz="1725" b="1" i="0">
                <a:solidFill>
                  <a:srgbClr val="F8FAFC"/>
                </a:solidFill>
              </a:defRPr>
            </a:lvl2pPr>
            <a:lvl3pPr>
              <a:defRPr sz="1725" b="1" i="0">
                <a:solidFill>
                  <a:srgbClr val="F8FAFC"/>
                </a:solidFill>
              </a:defRPr>
            </a:lvl3pPr>
            <a:lvl4pPr>
              <a:defRPr sz="1725" b="1" i="0">
                <a:solidFill>
                  <a:srgbClr val="F8FAFC"/>
                </a:solidFill>
              </a:defRPr>
            </a:lvl4pPr>
            <a:lvl5pPr>
              <a:defRPr sz="1725" b="1" i="0">
                <a:solidFill>
                  <a:srgbClr val="F8FAFC"/>
                </a:solidFill>
              </a:defRPr>
            </a:lvl5pPr>
            <a:lvl6pPr>
              <a:defRPr sz="1725" b="1" i="0">
                <a:solidFill>
                  <a:srgbClr val="F8FAFC"/>
                </a:solidFill>
              </a:defRPr>
            </a:lvl6pPr>
            <a:lvl7pPr>
              <a:defRPr sz="1725" b="1" i="0">
                <a:solidFill>
                  <a:srgbClr val="F8FAFC"/>
                </a:solidFill>
              </a:defRPr>
            </a:lvl7pPr>
            <a:lvl8pPr>
              <a:defRPr sz="1725" b="1" i="0">
                <a:solidFill>
                  <a:srgbClr val="F8FAFC"/>
                </a:solidFill>
              </a:defRPr>
            </a:lvl8pPr>
            <a:lvl9pPr>
              <a:defRPr sz="17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22 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2CA09-F776-4AD9-95F7-F2CB098D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861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UI states and report calculations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248E8-2FE3-44A2-BEEA-FCB4FFA8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0287000" cy="581025"/>
          </a:xfrm>
          <a:prstGeom xmlns:a="http://schemas.openxmlformats.org/drawingml/2006/main" prst="roundRect">
            <a:avLst>
              <a:gd name="adj" fmla="val 22951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80BD9-2BBE-42DF-BB25-51DACD7D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67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6EE7B7"/>
                </a:solidFill>
              </a:defRPr>
            </a:defPPr>
            <a:lvl1pPr>
              <a:defRPr sz="1350" b="1" i="0">
                <a:solidFill>
                  <a:srgbClr val="6EE7B7"/>
                </a:solidFill>
              </a:defRPr>
            </a:lvl1pPr>
            <a:lvl2pPr>
              <a:defRPr sz="1350" b="1" i="0">
                <a:solidFill>
                  <a:srgbClr val="6EE7B7"/>
                </a:solidFill>
              </a:defRPr>
            </a:lvl2pPr>
            <a:lvl3pPr>
              <a:defRPr sz="1350" b="1" i="0">
                <a:solidFill>
                  <a:srgbClr val="6EE7B7"/>
                </a:solidFill>
              </a:defRPr>
            </a:lvl3pPr>
            <a:lvl4pPr>
              <a:defRPr sz="1350" b="1" i="0">
                <a:solidFill>
                  <a:srgbClr val="6EE7B7"/>
                </a:solidFill>
              </a:defRPr>
            </a:lvl4pPr>
            <a:lvl5pPr>
              <a:defRPr sz="1350" b="1" i="0">
                <a:solidFill>
                  <a:srgbClr val="6EE7B7"/>
                </a:solidFill>
              </a:defRPr>
            </a:lvl5pPr>
            <a:lvl6pPr>
              <a:defRPr sz="1350" b="1" i="0">
                <a:solidFill>
                  <a:srgbClr val="6EE7B7"/>
                </a:solidFill>
              </a:defRPr>
            </a:lvl6pPr>
            <a:lvl7pPr>
              <a:defRPr sz="1350" b="1" i="0">
                <a:solidFill>
                  <a:srgbClr val="6EE7B7"/>
                </a:solidFill>
              </a:defRPr>
            </a:lvl7pPr>
            <a:lvl8pPr>
              <a:defRPr sz="1350" b="1" i="0">
                <a:solidFill>
                  <a:srgbClr val="6EE7B7"/>
                </a:solidFill>
              </a:defRPr>
            </a:lvl8pPr>
            <a:lvl9pPr>
              <a:defRPr sz="1350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6EE7B7"/>
                </a:solidFill>
              </a:defRPr>
            </a:pPr>
            <a:r>
              <a:rPr sz="1350" b="1" i="0">
                <a:solidFill>
                  <a:srgbClr val="6EE7B7"/>
                </a:solidFill>
              </a:rPr>
              <a:t>End-to-end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D0F19-BC6E-4D41-BCDB-BA3D5B95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67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Playwright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926645-23C6-426C-849B-E8002F5F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29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 i="0">
                <a:solidFill>
                  <a:srgbClr val="F8FAFC"/>
                </a:solidFill>
              </a:defRPr>
            </a:defPPr>
            <a:lvl1pPr>
              <a:defRPr sz="1725" b="1" i="0">
                <a:solidFill>
                  <a:srgbClr val="F8FAFC"/>
                </a:solidFill>
              </a:defRPr>
            </a:lvl1pPr>
            <a:lvl2pPr>
              <a:defRPr sz="1725" b="1" i="0">
                <a:solidFill>
                  <a:srgbClr val="F8FAFC"/>
                </a:solidFill>
              </a:defRPr>
            </a:lvl2pPr>
            <a:lvl3pPr>
              <a:defRPr sz="1725" b="1" i="0">
                <a:solidFill>
                  <a:srgbClr val="F8FAFC"/>
                </a:solidFill>
              </a:defRPr>
            </a:lvl3pPr>
            <a:lvl4pPr>
              <a:defRPr sz="1725" b="1" i="0">
                <a:solidFill>
                  <a:srgbClr val="F8FAFC"/>
                </a:solidFill>
              </a:defRPr>
            </a:lvl4pPr>
            <a:lvl5pPr>
              <a:defRPr sz="1725" b="1" i="0">
                <a:solidFill>
                  <a:srgbClr val="F8FAFC"/>
                </a:solidFill>
              </a:defRPr>
            </a:lvl5pPr>
            <a:lvl6pPr>
              <a:defRPr sz="1725" b="1" i="0">
                <a:solidFill>
                  <a:srgbClr val="F8FAFC"/>
                </a:solidFill>
              </a:defRPr>
            </a:lvl6pPr>
            <a:lvl7pPr>
              <a:defRPr sz="1725" b="1" i="0">
                <a:solidFill>
                  <a:srgbClr val="F8FAFC"/>
                </a:solidFill>
              </a:defRPr>
            </a:lvl7pPr>
            <a:lvl8pPr>
              <a:defRPr sz="1725" b="1" i="0">
                <a:solidFill>
                  <a:srgbClr val="F8FAFC"/>
                </a:solidFill>
              </a:defRPr>
            </a:lvl8pPr>
            <a:lvl9pPr>
              <a:defRPr sz="17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2 passed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FBCA8-89E7-4E0E-A1EF-E9A580E2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672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Analysis product-match journey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BECF2E-0EAD-4B93-9773-ADE954BE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2870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211B17"/>
          </a:solidFill>
          <a:ln xmlns:a="http://schemas.openxmlformats.org/drawingml/2006/main" w="9525">
            <a:solidFill>
              <a:srgbClr val="59431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2D2A3-2EA5-425C-B74D-53D7307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67350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59E0B"/>
                </a:solidFill>
              </a:defRPr>
            </a:defPPr>
            <a:lvl1pPr>
              <a:defRPr sz="1200" b="1" i="0">
                <a:solidFill>
                  <a:srgbClr val="F59E0B"/>
                </a:solidFill>
              </a:defRPr>
            </a:lvl1pPr>
            <a:lvl2pPr>
              <a:defRPr sz="1200" b="1" i="0">
                <a:solidFill>
                  <a:srgbClr val="F59E0B"/>
                </a:solidFill>
              </a:defRPr>
            </a:lvl2pPr>
            <a:lvl3pPr>
              <a:defRPr sz="1200" b="1" i="0">
                <a:solidFill>
                  <a:srgbClr val="F59E0B"/>
                </a:solidFill>
              </a:defRPr>
            </a:lvl3pPr>
            <a:lvl4pPr>
              <a:defRPr sz="1200" b="1" i="0">
                <a:solidFill>
                  <a:srgbClr val="F59E0B"/>
                </a:solidFill>
              </a:defRPr>
            </a:lvl4pPr>
            <a:lvl5pPr>
              <a:defRPr sz="1200" b="1" i="0">
                <a:solidFill>
                  <a:srgbClr val="F59E0B"/>
                </a:solidFill>
              </a:defRPr>
            </a:lvl5pPr>
            <a:lvl6pPr>
              <a:defRPr sz="1200" b="1" i="0">
                <a:solidFill>
                  <a:srgbClr val="F59E0B"/>
                </a:solidFill>
              </a:defRPr>
            </a:lvl6pPr>
            <a:lvl7pPr>
              <a:defRPr sz="1200" b="1" i="0">
                <a:solidFill>
                  <a:srgbClr val="F59E0B"/>
                </a:solidFill>
              </a:defRPr>
            </a:lvl7pPr>
            <a:lvl8pPr>
              <a:defRPr sz="1200" b="1" i="0">
                <a:solidFill>
                  <a:srgbClr val="F59E0B"/>
                </a:solidFill>
              </a:defRPr>
            </a:lvl8pPr>
            <a:lvl9pPr>
              <a:defRPr sz="120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59E0B"/>
                </a:solidFill>
              </a:defRPr>
            </a:pPr>
            <a:r>
              <a:rPr sz="1200" b="1" i="0">
                <a:solidFill>
                  <a:srgbClr val="F59E0B"/>
                </a:solidFill>
              </a:rPr>
              <a:t>What these results do not prove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0D07A1-12F0-437F-B922-58302842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102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F8FAFC"/>
                </a:solidFill>
              </a:defRPr>
            </a:defPPr>
            <a:lvl1pPr>
              <a:defRPr sz="1200" b="0" i="0">
                <a:solidFill>
                  <a:srgbClr val="F8FAFC"/>
                </a:solidFill>
              </a:defRPr>
            </a:lvl1pPr>
            <a:lvl2pPr>
              <a:defRPr sz="1200" b="0" i="0">
                <a:solidFill>
                  <a:srgbClr val="F8FAFC"/>
                </a:solidFill>
              </a:defRPr>
            </a:lvl2pPr>
            <a:lvl3pPr>
              <a:defRPr sz="1200" b="0" i="0">
                <a:solidFill>
                  <a:srgbClr val="F8FAFC"/>
                </a:solidFill>
              </a:defRPr>
            </a:lvl3pPr>
            <a:lvl4pPr>
              <a:defRPr sz="1200" b="0" i="0">
                <a:solidFill>
                  <a:srgbClr val="F8FAFC"/>
                </a:solidFill>
              </a:defRPr>
            </a:lvl4pPr>
            <a:lvl5pPr>
              <a:defRPr sz="1200" b="0" i="0">
                <a:solidFill>
                  <a:srgbClr val="F8FAFC"/>
                </a:solidFill>
              </a:defRPr>
            </a:lvl5pPr>
            <a:lvl6pPr>
              <a:defRPr sz="1200" b="0" i="0">
                <a:solidFill>
                  <a:srgbClr val="F8FAFC"/>
                </a:solidFill>
              </a:defRPr>
            </a:lvl6pPr>
            <a:lvl7pPr>
              <a:defRPr sz="1200" b="0" i="0">
                <a:solidFill>
                  <a:srgbClr val="F8FAFC"/>
                </a:solidFill>
              </a:defRPr>
            </a:lvl7pPr>
            <a:lvl8pPr>
              <a:defRPr sz="1200" b="0" i="0">
                <a:solidFill>
                  <a:srgbClr val="F8FAFC"/>
                </a:solidFill>
              </a:defRPr>
            </a:lvl8pPr>
            <a:lvl9pPr>
              <a:defRPr sz="120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F8FAFC"/>
                </a:solidFill>
              </a:defRPr>
            </a:pPr>
            <a:r>
              <a:rPr sz="1200" b="0" i="0">
                <a:solidFill>
                  <a:srgbClr val="F8FAFC"/>
                </a:solidFill>
              </a:rPr>
              <a:t>They confirm implemented behavior and regressions, not field accuracy, mAP, precision/recall, retail generalization, or OCR accuracy.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85B8E5-174C-479D-8042-B016958A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AD0E3C-94CF-4F7D-9FE0-0ACA1D5F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13  /  16</a:t>
            </a:r>
          </a:p>
        </p:txBody>
      </p:sp>
    </p:spTree>
    <p:extLst>
      <p:ext uri="{BB962C8B-B14F-4D97-AF65-F5344CB8AC3E}">
        <p14:creationId xmlns:p14="http://schemas.microsoft.com/office/powerpoint/2010/main" val="7197883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EC8EDC-A559-4706-AC36-8699063B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18EAA-C120-45DC-971B-66F69A9E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Key technical decisions and lessons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86BA1-9472-4A30-8EE0-0B9012E4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The project moved from layout design toward an evidence-conservative photo-to-planogram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C4595-D640-4E2A-9BA5-3EB06786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7308A-CE12-4240-919A-ACD3580E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1917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DEA76-7637-47DE-B599-77B52926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A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3C9C9-27DE-4872-9DFF-E401A5A6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6EE7B7"/>
                </a:solidFill>
              </a:defRPr>
            </a:defPPr>
            <a:lvl1pPr>
              <a:defRPr sz="1200" b="1" i="0">
                <a:solidFill>
                  <a:srgbClr val="6EE7B7"/>
                </a:solidFill>
              </a:defRPr>
            </a:lvl1pPr>
            <a:lvl2pPr>
              <a:defRPr sz="1200" b="1" i="0">
                <a:solidFill>
                  <a:srgbClr val="6EE7B7"/>
                </a:solidFill>
              </a:defRPr>
            </a:lvl2pPr>
            <a:lvl3pPr>
              <a:defRPr sz="1200" b="1" i="0">
                <a:solidFill>
                  <a:srgbClr val="6EE7B7"/>
                </a:solidFill>
              </a:defRPr>
            </a:lvl3pPr>
            <a:lvl4pPr>
              <a:defRPr sz="1200" b="1" i="0">
                <a:solidFill>
                  <a:srgbClr val="6EE7B7"/>
                </a:solidFill>
              </a:defRPr>
            </a:lvl4pPr>
            <a:lvl5pPr>
              <a:defRPr sz="1200" b="1" i="0">
                <a:solidFill>
                  <a:srgbClr val="6EE7B7"/>
                </a:solidFill>
              </a:defRPr>
            </a:lvl5pPr>
            <a:lvl6pPr>
              <a:defRPr sz="1200" b="1" i="0">
                <a:solidFill>
                  <a:srgbClr val="6EE7B7"/>
                </a:solidFill>
              </a:defRPr>
            </a:lvl6pPr>
            <a:lvl7pPr>
              <a:defRPr sz="1200" b="1" i="0">
                <a:solidFill>
                  <a:srgbClr val="6EE7B7"/>
                </a:solidFill>
              </a:defRPr>
            </a:lvl7pPr>
            <a:lvl8pPr>
              <a:defRPr sz="1200" b="1" i="0">
                <a:solidFill>
                  <a:srgbClr val="6EE7B7"/>
                </a:solidFill>
              </a:defRPr>
            </a:lvl8pPr>
            <a:lvl9pPr>
              <a:defRPr sz="1200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99E88-B7BE-480F-B725-EFA4A218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62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Physical centimetres instead of pixels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301BC-C499-443D-A344-E871534B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03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Allows layout rules, exports, and compliance positions to use a common real-world coordinate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8EA1A-A998-4B4E-B1E8-361C2FD8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1917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20119-7354-4F75-B7B6-3F8A31A4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2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B57A1-A687-4E4F-A951-065742E5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38BDF8"/>
                </a:solidFill>
              </a:defRPr>
            </a:defPPr>
            <a:lvl1pPr>
              <a:defRPr sz="1200" b="1" i="0">
                <a:solidFill>
                  <a:srgbClr val="38BDF8"/>
                </a:solidFill>
              </a:defRPr>
            </a:lvl1pPr>
            <a:lvl2pPr>
              <a:defRPr sz="1200" b="1" i="0">
                <a:solidFill>
                  <a:srgbClr val="38BDF8"/>
                </a:solidFill>
              </a:defRPr>
            </a:lvl2pPr>
            <a:lvl3pPr>
              <a:defRPr sz="1200" b="1" i="0">
                <a:solidFill>
                  <a:srgbClr val="38BDF8"/>
                </a:solidFill>
              </a:defRPr>
            </a:lvl3pPr>
            <a:lvl4pPr>
              <a:defRPr sz="1200" b="1" i="0">
                <a:solidFill>
                  <a:srgbClr val="38BDF8"/>
                </a:solidFill>
              </a:defRPr>
            </a:lvl4pPr>
            <a:lvl5pPr>
              <a:defRPr sz="1200" b="1" i="0">
                <a:solidFill>
                  <a:srgbClr val="38BDF8"/>
                </a:solidFill>
              </a:defRPr>
            </a:lvl5pPr>
            <a:lvl6pPr>
              <a:defRPr sz="1200" b="1" i="0">
                <a:solidFill>
                  <a:srgbClr val="38BDF8"/>
                </a:solidFill>
              </a:defRPr>
            </a:lvl6pPr>
            <a:lvl7pPr>
              <a:defRPr sz="1200" b="1" i="0">
                <a:solidFill>
                  <a:srgbClr val="38BDF8"/>
                </a:solidFill>
              </a:defRPr>
            </a:lvl7pPr>
            <a:lvl8pPr>
              <a:defRPr sz="1200" b="1" i="0">
                <a:solidFill>
                  <a:srgbClr val="38BDF8"/>
                </a:solidFill>
              </a:defRPr>
            </a:lvl8pPr>
            <a:lvl9pPr>
              <a:defRPr sz="1200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38BDF8"/>
                </a:solidFill>
              </a:defRPr>
            </a:pPr>
            <a:r>
              <a:rPr sz="1200" b="1" i="0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F1A9D-016A-48D5-B3A4-60CAD289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38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Immutable audit snapshot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3FBC5-E05E-4413-ADE7-4489F0F0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Prevents a later planogram edit from rewriting the expected state of an already processed shelf photo.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628C9-0976-4286-BA41-93926D3A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1917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9FCA6-BC7B-4A6B-942C-501CDDE5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3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C4E27-91D4-4F30-922B-BAF5116B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59E0B"/>
                </a:solidFill>
              </a:defRPr>
            </a:defPPr>
            <a:lvl1pPr>
              <a:defRPr sz="1200" b="1" i="0">
                <a:solidFill>
                  <a:srgbClr val="F59E0B"/>
                </a:solidFill>
              </a:defRPr>
            </a:lvl1pPr>
            <a:lvl2pPr>
              <a:defRPr sz="1200" b="1" i="0">
                <a:solidFill>
                  <a:srgbClr val="F59E0B"/>
                </a:solidFill>
              </a:defRPr>
            </a:lvl2pPr>
            <a:lvl3pPr>
              <a:defRPr sz="1200" b="1" i="0">
                <a:solidFill>
                  <a:srgbClr val="F59E0B"/>
                </a:solidFill>
              </a:defRPr>
            </a:lvl3pPr>
            <a:lvl4pPr>
              <a:defRPr sz="1200" b="1" i="0">
                <a:solidFill>
                  <a:srgbClr val="F59E0B"/>
                </a:solidFill>
              </a:defRPr>
            </a:lvl4pPr>
            <a:lvl5pPr>
              <a:defRPr sz="1200" b="1" i="0">
                <a:solidFill>
                  <a:srgbClr val="F59E0B"/>
                </a:solidFill>
              </a:defRPr>
            </a:lvl5pPr>
            <a:lvl6pPr>
              <a:defRPr sz="1200" b="1" i="0">
                <a:solidFill>
                  <a:srgbClr val="F59E0B"/>
                </a:solidFill>
              </a:defRPr>
            </a:lvl6pPr>
            <a:lvl7pPr>
              <a:defRPr sz="1200" b="1" i="0">
                <a:solidFill>
                  <a:srgbClr val="F59E0B"/>
                </a:solidFill>
              </a:defRPr>
            </a:lvl7pPr>
            <a:lvl8pPr>
              <a:defRPr sz="1200" b="1" i="0">
                <a:solidFill>
                  <a:srgbClr val="F59E0B"/>
                </a:solidFill>
              </a:defRPr>
            </a:lvl8pPr>
            <a:lvl9pPr>
              <a:defRPr sz="120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59E0B"/>
                </a:solidFill>
              </a:defRPr>
            </a:pPr>
            <a:r>
              <a:rPr sz="12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66863-50B7-4493-8C1E-94FDA5DE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14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Shelf-scoped candidates before CLIP matching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ACB61-905F-4501-A840-F64397DB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529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Reduces irrelevant lookalike candidates and preserves the job’s relevant product catalogue.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2D70C1-1E13-425E-9943-710B1CDA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1917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95BC9B-D0E7-4FF6-982B-00F31598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421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984828-9DFE-47BF-8068-4F1DBE45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B7185"/>
                </a:solidFill>
              </a:defRPr>
            </a:defPPr>
            <a:lvl1pPr>
              <a:defRPr sz="1200" b="1" i="0">
                <a:solidFill>
                  <a:srgbClr val="FB7185"/>
                </a:solidFill>
              </a:defRPr>
            </a:lvl1pPr>
            <a:lvl2pPr>
              <a:defRPr sz="1200" b="1" i="0">
                <a:solidFill>
                  <a:srgbClr val="FB7185"/>
                </a:solidFill>
              </a:defRPr>
            </a:lvl2pPr>
            <a:lvl3pPr>
              <a:defRPr sz="1200" b="1" i="0">
                <a:solidFill>
                  <a:srgbClr val="FB7185"/>
                </a:solidFill>
              </a:defRPr>
            </a:lvl3pPr>
            <a:lvl4pPr>
              <a:defRPr sz="1200" b="1" i="0">
                <a:solidFill>
                  <a:srgbClr val="FB7185"/>
                </a:solidFill>
              </a:defRPr>
            </a:lvl4pPr>
            <a:lvl5pPr>
              <a:defRPr sz="1200" b="1" i="0">
                <a:solidFill>
                  <a:srgbClr val="FB7185"/>
                </a:solidFill>
              </a:defRPr>
            </a:lvl5pPr>
            <a:lvl6pPr>
              <a:defRPr sz="1200" b="1" i="0">
                <a:solidFill>
                  <a:srgbClr val="FB7185"/>
                </a:solidFill>
              </a:defRPr>
            </a:lvl6pPr>
            <a:lvl7pPr>
              <a:defRPr sz="1200" b="1" i="0">
                <a:solidFill>
                  <a:srgbClr val="FB7185"/>
                </a:solidFill>
              </a:defRPr>
            </a:lvl7pPr>
            <a:lvl8pPr>
              <a:defRPr sz="1200" b="1" i="0">
                <a:solidFill>
                  <a:srgbClr val="FB7185"/>
                </a:solidFill>
              </a:defRPr>
            </a:lvl8pPr>
            <a:lvl9pPr>
              <a:defRPr sz="1200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B7185"/>
                </a:solidFill>
              </a:defRPr>
            </a:pPr>
            <a:r>
              <a:rPr sz="1200" b="1" i="0">
                <a:solidFill>
                  <a:srgbClr val="FB7185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C97FFF-1967-41F9-8767-F55DA4CE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91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Conservative compliance outcomes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BE322-7AEC-4374-878A-65632275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292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Uncalibrated position or weak identity evidence becomes review-needed, not a fabricated shortage or exact-SKU claim.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3D207A-D348-493A-96E7-2F2798D3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89054F-09F0-438C-A25C-B13C4F05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14  /  16</a:t>
            </a:r>
          </a:p>
        </p:txBody>
      </p:sp>
    </p:spTree>
    <p:extLst>
      <p:ext uri="{BB962C8B-B14F-4D97-AF65-F5344CB8AC3E}">
        <p14:creationId xmlns:p14="http://schemas.microsoft.com/office/powerpoint/2010/main" val="21298874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9ACCBB-1C79-4ABC-91FD-A3541EAE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6B379-70F0-43E6-9AB5-7643F587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Current limitations and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467CD-05E3-4798-A204-FAD46845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The prototype intentionally keeps uncertain evidence visible instead of overstating capability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16278-AFAA-4EE8-8B02-49A8C1D3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019DA-FD38-43E6-9466-D312D765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238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F"/>
          </a:solidFill>
          <a:ln xmlns:a="http://schemas.openxmlformats.org/drawingml/2006/main" w="9525">
            <a:solidFill>
              <a:srgbClr val="4035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32E84-B68C-4BEB-A453-48BD3154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59E0B"/>
                </a:solidFill>
              </a:defRPr>
            </a:defPPr>
            <a:lvl1pPr>
              <a:defRPr sz="1350" b="1" i="0">
                <a:solidFill>
                  <a:srgbClr val="F59E0B"/>
                </a:solidFill>
              </a:defRPr>
            </a:lvl1pPr>
            <a:lvl2pPr>
              <a:defRPr sz="1350" b="1" i="0">
                <a:solidFill>
                  <a:srgbClr val="F59E0B"/>
                </a:solidFill>
              </a:defRPr>
            </a:lvl2pPr>
            <a:lvl3pPr>
              <a:defRPr sz="1350" b="1" i="0">
                <a:solidFill>
                  <a:srgbClr val="F59E0B"/>
                </a:solidFill>
              </a:defRPr>
            </a:lvl3pPr>
            <a:lvl4pPr>
              <a:defRPr sz="1350" b="1" i="0">
                <a:solidFill>
                  <a:srgbClr val="F59E0B"/>
                </a:solidFill>
              </a:defRPr>
            </a:lvl4pPr>
            <a:lvl5pPr>
              <a:defRPr sz="1350" b="1" i="0">
                <a:solidFill>
                  <a:srgbClr val="F59E0B"/>
                </a:solidFill>
              </a:defRPr>
            </a:lvl5pPr>
            <a:lvl6pPr>
              <a:defRPr sz="1350" b="1" i="0">
                <a:solidFill>
                  <a:srgbClr val="F59E0B"/>
                </a:solidFill>
              </a:defRPr>
            </a:lvl6pPr>
            <a:lvl7pPr>
              <a:defRPr sz="1350" b="1" i="0">
                <a:solidFill>
                  <a:srgbClr val="F59E0B"/>
                </a:solidFill>
              </a:defRPr>
            </a:lvl7pPr>
            <a:lvl8pPr>
              <a:defRPr sz="1350" b="1" i="0">
                <a:solidFill>
                  <a:srgbClr val="F59E0B"/>
                </a:solidFill>
              </a:defRPr>
            </a:lvl8pPr>
            <a:lvl9pPr>
              <a:defRPr sz="13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Model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DAB21-2B76-4532-B302-21B50CE0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No labelled real-shelf benchmark provides precision, recall, mAP, or SKU accuracy.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39A8A-94AD-4650-B5AC-935839CC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5238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F"/>
          </a:solidFill>
          <a:ln xmlns:a="http://schemas.openxmlformats.org/drawingml/2006/main" w="9525">
            <a:solidFill>
              <a:srgbClr val="403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B93EC-4B84-4B51-B928-CC1D2939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242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59E0B"/>
                </a:solidFill>
              </a:defRPr>
            </a:defPPr>
            <a:lvl1pPr>
              <a:defRPr sz="1350" b="1" i="0">
                <a:solidFill>
                  <a:srgbClr val="F59E0B"/>
                </a:solidFill>
              </a:defRPr>
            </a:lvl1pPr>
            <a:lvl2pPr>
              <a:defRPr sz="1350" b="1" i="0">
                <a:solidFill>
                  <a:srgbClr val="F59E0B"/>
                </a:solidFill>
              </a:defRPr>
            </a:lvl2pPr>
            <a:lvl3pPr>
              <a:defRPr sz="1350" b="1" i="0">
                <a:solidFill>
                  <a:srgbClr val="F59E0B"/>
                </a:solidFill>
              </a:defRPr>
            </a:lvl3pPr>
            <a:lvl4pPr>
              <a:defRPr sz="1350" b="1" i="0">
                <a:solidFill>
                  <a:srgbClr val="F59E0B"/>
                </a:solidFill>
              </a:defRPr>
            </a:lvl4pPr>
            <a:lvl5pPr>
              <a:defRPr sz="1350" b="1" i="0">
                <a:solidFill>
                  <a:srgbClr val="F59E0B"/>
                </a:solidFill>
              </a:defRPr>
            </a:lvl5pPr>
            <a:lvl6pPr>
              <a:defRPr sz="1350" b="1" i="0">
                <a:solidFill>
                  <a:srgbClr val="F59E0B"/>
                </a:solidFill>
              </a:defRPr>
            </a:lvl6pPr>
            <a:lvl7pPr>
              <a:defRPr sz="1350" b="1" i="0">
                <a:solidFill>
                  <a:srgbClr val="F59E0B"/>
                </a:solidFill>
              </a:defRPr>
            </a:lvl7pPr>
            <a:lvl8pPr>
              <a:defRPr sz="1350" b="1" i="0">
                <a:solidFill>
                  <a:srgbClr val="F59E0B"/>
                </a:solidFill>
              </a:defRPr>
            </a:lvl8pPr>
            <a:lvl9pPr>
              <a:defRPr sz="13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Matching thresholds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DF139-3B61-458F-9B6A-6B90ADA3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CLIP threshold and ambiguity margin are fixture-informed but not calibrated across product categories.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9A35F-40DA-4F27-BEF9-224A4A88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5238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F"/>
          </a:solidFill>
          <a:ln xmlns:a="http://schemas.openxmlformats.org/drawingml/2006/main" w="9525">
            <a:solidFill>
              <a:srgbClr val="4035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7AF0A-AADB-436C-BA00-AD40E199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59E0B"/>
                </a:solidFill>
              </a:defRPr>
            </a:defPPr>
            <a:lvl1pPr>
              <a:defRPr sz="1350" b="1" i="0">
                <a:solidFill>
                  <a:srgbClr val="F59E0B"/>
                </a:solidFill>
              </a:defRPr>
            </a:lvl1pPr>
            <a:lvl2pPr>
              <a:defRPr sz="1350" b="1" i="0">
                <a:solidFill>
                  <a:srgbClr val="F59E0B"/>
                </a:solidFill>
              </a:defRPr>
            </a:lvl2pPr>
            <a:lvl3pPr>
              <a:defRPr sz="1350" b="1" i="0">
                <a:solidFill>
                  <a:srgbClr val="F59E0B"/>
                </a:solidFill>
              </a:defRPr>
            </a:lvl3pPr>
            <a:lvl4pPr>
              <a:defRPr sz="1350" b="1" i="0">
                <a:solidFill>
                  <a:srgbClr val="F59E0B"/>
                </a:solidFill>
              </a:defRPr>
            </a:lvl4pPr>
            <a:lvl5pPr>
              <a:defRPr sz="1350" b="1" i="0">
                <a:solidFill>
                  <a:srgbClr val="F59E0B"/>
                </a:solidFill>
              </a:defRPr>
            </a:lvl5pPr>
            <a:lvl6pPr>
              <a:defRPr sz="1350" b="1" i="0">
                <a:solidFill>
                  <a:srgbClr val="F59E0B"/>
                </a:solidFill>
              </a:defRPr>
            </a:lvl6pPr>
            <a:lvl7pPr>
              <a:defRPr sz="1350" b="1" i="0">
                <a:solidFill>
                  <a:srgbClr val="F59E0B"/>
                </a:solidFill>
              </a:defRPr>
            </a:lvl7pPr>
            <a:lvl8pPr>
              <a:defRPr sz="1350" b="1" i="0">
                <a:solidFill>
                  <a:srgbClr val="F59E0B"/>
                </a:solidFill>
              </a:defRPr>
            </a:lvl8pPr>
            <a:lvl9pPr>
              <a:defRPr sz="13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Geometry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C3456-BED7-4733-8158-276C4345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Perspective handling supports optional ArUco calibration; physical repeatability remains unmeasured.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EB0E5-C383-475A-A3A0-EE5D41BC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238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F"/>
          </a:solidFill>
          <a:ln xmlns:a="http://schemas.openxmlformats.org/drawingml/2006/main" w="9525">
            <a:solidFill>
              <a:srgbClr val="5134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35EB7-4606-4A8F-AFF4-27CFBBBB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B7185"/>
                </a:solidFill>
              </a:defRPr>
            </a:defPPr>
            <a:lvl1pPr>
              <a:defRPr sz="1350" b="1" i="0">
                <a:solidFill>
                  <a:srgbClr val="FB7185"/>
                </a:solidFill>
              </a:defRPr>
            </a:lvl1pPr>
            <a:lvl2pPr>
              <a:defRPr sz="1350" b="1" i="0">
                <a:solidFill>
                  <a:srgbClr val="FB7185"/>
                </a:solidFill>
              </a:defRPr>
            </a:lvl2pPr>
            <a:lvl3pPr>
              <a:defRPr sz="1350" b="1" i="0">
                <a:solidFill>
                  <a:srgbClr val="FB7185"/>
                </a:solidFill>
              </a:defRPr>
            </a:lvl3pPr>
            <a:lvl4pPr>
              <a:defRPr sz="1350" b="1" i="0">
                <a:solidFill>
                  <a:srgbClr val="FB7185"/>
                </a:solidFill>
              </a:defRPr>
            </a:lvl4pPr>
            <a:lvl5pPr>
              <a:defRPr sz="1350" b="1" i="0">
                <a:solidFill>
                  <a:srgbClr val="FB7185"/>
                </a:solidFill>
              </a:defRPr>
            </a:lvl5pPr>
            <a:lvl6pPr>
              <a:defRPr sz="1350" b="1" i="0">
                <a:solidFill>
                  <a:srgbClr val="FB7185"/>
                </a:solidFill>
              </a:defRPr>
            </a:lvl6pPr>
            <a:lvl7pPr>
              <a:defRPr sz="1350" b="1" i="0">
                <a:solidFill>
                  <a:srgbClr val="FB7185"/>
                </a:solidFill>
              </a:defRPr>
            </a:lvl7pPr>
            <a:lvl8pPr>
              <a:defRPr sz="1350" b="1" i="0">
                <a:solidFill>
                  <a:srgbClr val="FB7185"/>
                </a:solidFill>
              </a:defRPr>
            </a:lvl8pPr>
            <a:lvl9pPr>
              <a:defRPr sz="1350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B7185"/>
                </a:solidFill>
              </a:defRPr>
            </a:pPr>
            <a:r>
              <a:rPr sz="1350" b="1" i="0">
                <a:solidFill>
                  <a:srgbClr val="FB7185"/>
                </a:solidFill>
              </a:rPr>
              <a:t>Catalogue variants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02BD8-5DFD-464D-AA10-48DB354C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98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Packshot embeddings and color gates can confuse visually similar packs and seasonal changes.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BF0D3-75A4-4DC0-A65B-337D2D7A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52775"/>
            <a:ext cx="5238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F"/>
          </a:solidFill>
          <a:ln xmlns:a="http://schemas.openxmlformats.org/drawingml/2006/main" w="9525">
            <a:solidFill>
              <a:srgbClr val="5134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7EA71-3732-473B-A2AA-A70276F4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242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B7185"/>
                </a:solidFill>
              </a:defRPr>
            </a:defPPr>
            <a:lvl1pPr>
              <a:defRPr sz="1350" b="1" i="0">
                <a:solidFill>
                  <a:srgbClr val="FB7185"/>
                </a:solidFill>
              </a:defRPr>
            </a:lvl1pPr>
            <a:lvl2pPr>
              <a:defRPr sz="1350" b="1" i="0">
                <a:solidFill>
                  <a:srgbClr val="FB7185"/>
                </a:solidFill>
              </a:defRPr>
            </a:lvl2pPr>
            <a:lvl3pPr>
              <a:defRPr sz="1350" b="1" i="0">
                <a:solidFill>
                  <a:srgbClr val="FB7185"/>
                </a:solidFill>
              </a:defRPr>
            </a:lvl3pPr>
            <a:lvl4pPr>
              <a:defRPr sz="1350" b="1" i="0">
                <a:solidFill>
                  <a:srgbClr val="FB7185"/>
                </a:solidFill>
              </a:defRPr>
            </a:lvl4pPr>
            <a:lvl5pPr>
              <a:defRPr sz="1350" b="1" i="0">
                <a:solidFill>
                  <a:srgbClr val="FB7185"/>
                </a:solidFill>
              </a:defRPr>
            </a:lvl5pPr>
            <a:lvl6pPr>
              <a:defRPr sz="1350" b="1" i="0">
                <a:solidFill>
                  <a:srgbClr val="FB7185"/>
                </a:solidFill>
              </a:defRPr>
            </a:lvl6pPr>
            <a:lvl7pPr>
              <a:defRPr sz="1350" b="1" i="0">
                <a:solidFill>
                  <a:srgbClr val="FB7185"/>
                </a:solidFill>
              </a:defRPr>
            </a:lvl7pPr>
            <a:lvl8pPr>
              <a:defRPr sz="1350" b="1" i="0">
                <a:solidFill>
                  <a:srgbClr val="FB7185"/>
                </a:solidFill>
              </a:defRPr>
            </a:lvl8pPr>
            <a:lvl9pPr>
              <a:defRPr sz="1350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B7185"/>
                </a:solidFill>
              </a:defRPr>
            </a:pPr>
            <a:r>
              <a:rPr sz="1350" b="1" i="0">
                <a:solidFill>
                  <a:srgbClr val="FB7185"/>
                </a:solidFill>
              </a:rPr>
              <a:t>OCR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C4413-EE01-4EA6-AD6E-23D252AD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099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Live smoke test exists, but no labelled price-tag data supports accuracy claims.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5D025-062D-48E2-A886-9D47193D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52925"/>
            <a:ext cx="5238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F"/>
          </a:solidFill>
          <a:ln xmlns:a="http://schemas.openxmlformats.org/drawingml/2006/main" w="9525">
            <a:solidFill>
              <a:srgbClr val="5134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75968-9A6B-4EE0-BD77-54C5BE66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243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B7185"/>
                </a:solidFill>
              </a:defRPr>
            </a:defPPr>
            <a:lvl1pPr>
              <a:defRPr sz="1350" b="1" i="0">
                <a:solidFill>
                  <a:srgbClr val="FB7185"/>
                </a:solidFill>
              </a:defRPr>
            </a:lvl1pPr>
            <a:lvl2pPr>
              <a:defRPr sz="1350" b="1" i="0">
                <a:solidFill>
                  <a:srgbClr val="FB7185"/>
                </a:solidFill>
              </a:defRPr>
            </a:lvl2pPr>
            <a:lvl3pPr>
              <a:defRPr sz="1350" b="1" i="0">
                <a:solidFill>
                  <a:srgbClr val="FB7185"/>
                </a:solidFill>
              </a:defRPr>
            </a:lvl3pPr>
            <a:lvl4pPr>
              <a:defRPr sz="1350" b="1" i="0">
                <a:solidFill>
                  <a:srgbClr val="FB7185"/>
                </a:solidFill>
              </a:defRPr>
            </a:lvl4pPr>
            <a:lvl5pPr>
              <a:defRPr sz="1350" b="1" i="0">
                <a:solidFill>
                  <a:srgbClr val="FB7185"/>
                </a:solidFill>
              </a:defRPr>
            </a:lvl5pPr>
            <a:lvl6pPr>
              <a:defRPr sz="1350" b="1" i="0">
                <a:solidFill>
                  <a:srgbClr val="FB7185"/>
                </a:solidFill>
              </a:defRPr>
            </a:lvl6pPr>
            <a:lvl7pPr>
              <a:defRPr sz="1350" b="1" i="0">
                <a:solidFill>
                  <a:srgbClr val="FB7185"/>
                </a:solidFill>
              </a:defRPr>
            </a:lvl7pPr>
            <a:lvl8pPr>
              <a:defRPr sz="1350" b="1" i="0">
                <a:solidFill>
                  <a:srgbClr val="FB7185"/>
                </a:solidFill>
              </a:defRPr>
            </a:lvl8pPr>
            <a:lvl9pPr>
              <a:defRPr sz="1350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B7185"/>
                </a:solidFill>
              </a:defRPr>
            </a:pPr>
            <a:r>
              <a:rPr sz="1350" b="1" i="0">
                <a:solidFill>
                  <a:srgbClr val="FB7185"/>
                </a:solidFill>
              </a:rPr>
              <a:t>Operational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E85051-D10D-4A04-81D9-96449D15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01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Local SQLite, disk storage, and model dependencies suit prototype use rather than production scale.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35977-181E-480A-961C-4173687A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63B8E-9AFC-4C0B-8B51-80984FDC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15  /  16</a:t>
            </a:r>
          </a:p>
        </p:txBody>
      </p:sp>
    </p:spTree>
    <p:extLst>
      <p:ext uri="{BB962C8B-B14F-4D97-AF65-F5344CB8AC3E}">
        <p14:creationId xmlns:p14="http://schemas.microsoft.com/office/powerpoint/2010/main" val="685057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5971E8-7328-444C-B099-37FE79EF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A6AB5-C235-4660-9E37-E18C2285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Future work and mentor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5AC4B-1BBD-480F-959A-68ECFA24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The highest-value next step is measurable validation on a controlled physical shelf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9368D-5984-4553-8D06-6D4947D7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666A0-6FE1-4310-8544-A38BE566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457450" cy="24955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B73E6-141A-4953-8CDC-C21A13F2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28625" cy="428625"/>
          </a:xfrm>
          <a:prstGeom xmlns:a="http://schemas.openxmlformats.org/drawingml/2006/main" prst="roundRect">
            <a:avLst>
              <a:gd name="adj" fmla="val 48889"/>
            </a:avLst>
          </a:prstGeom>
          <a:solidFill xmlns:a="http://schemas.openxmlformats.org/drawingml/2006/main">
            <a:srgbClr val="173A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77DE8-FFEB-48AA-964E-7CB21BE3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6EE7B7"/>
                </a:solidFill>
              </a:defRPr>
            </a:defPPr>
            <a:lvl1pPr>
              <a:defRPr sz="1200" b="1" i="0">
                <a:solidFill>
                  <a:srgbClr val="6EE7B7"/>
                </a:solidFill>
              </a:defRPr>
            </a:lvl1pPr>
            <a:lvl2pPr>
              <a:defRPr sz="1200" b="1" i="0">
                <a:solidFill>
                  <a:srgbClr val="6EE7B7"/>
                </a:solidFill>
              </a:defRPr>
            </a:lvl2pPr>
            <a:lvl3pPr>
              <a:defRPr sz="1200" b="1" i="0">
                <a:solidFill>
                  <a:srgbClr val="6EE7B7"/>
                </a:solidFill>
              </a:defRPr>
            </a:lvl3pPr>
            <a:lvl4pPr>
              <a:defRPr sz="1200" b="1" i="0">
                <a:solidFill>
                  <a:srgbClr val="6EE7B7"/>
                </a:solidFill>
              </a:defRPr>
            </a:lvl4pPr>
            <a:lvl5pPr>
              <a:defRPr sz="1200" b="1" i="0">
                <a:solidFill>
                  <a:srgbClr val="6EE7B7"/>
                </a:solidFill>
              </a:defRPr>
            </a:lvl5pPr>
            <a:lvl6pPr>
              <a:defRPr sz="1200" b="1" i="0">
                <a:solidFill>
                  <a:srgbClr val="6EE7B7"/>
                </a:solidFill>
              </a:defRPr>
            </a:lvl6pPr>
            <a:lvl7pPr>
              <a:defRPr sz="1200" b="1" i="0">
                <a:solidFill>
                  <a:srgbClr val="6EE7B7"/>
                </a:solidFill>
              </a:defRPr>
            </a:lvl7pPr>
            <a:lvl8pPr>
              <a:defRPr sz="1200" b="1" i="0">
                <a:solidFill>
                  <a:srgbClr val="6EE7B7"/>
                </a:solidFill>
              </a:defRPr>
            </a:lvl8pPr>
            <a:lvl9pPr>
              <a:defRPr sz="1200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F4589-A708-4216-84A8-A2FA0279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 i="0">
                <a:solidFill>
                  <a:srgbClr val="F8FAFC"/>
                </a:solidFill>
              </a:defRPr>
            </a:defPPr>
            <a:lvl1pPr>
              <a:defRPr sz="1500" b="1" i="0">
                <a:solidFill>
                  <a:srgbClr val="F8FAFC"/>
                </a:solidFill>
              </a:defRPr>
            </a:lvl1pPr>
            <a:lvl2pPr>
              <a:defRPr sz="1500" b="1" i="0">
                <a:solidFill>
                  <a:srgbClr val="F8FAFC"/>
                </a:solidFill>
              </a:defRPr>
            </a:lvl2pPr>
            <a:lvl3pPr>
              <a:defRPr sz="1500" b="1" i="0">
                <a:solidFill>
                  <a:srgbClr val="F8FAFC"/>
                </a:solidFill>
              </a:defRPr>
            </a:lvl3pPr>
            <a:lvl4pPr>
              <a:defRPr sz="1500" b="1" i="0">
                <a:solidFill>
                  <a:srgbClr val="F8FAFC"/>
                </a:solidFill>
              </a:defRPr>
            </a:lvl4pPr>
            <a:lvl5pPr>
              <a:defRPr sz="1500" b="1" i="0">
                <a:solidFill>
                  <a:srgbClr val="F8FAFC"/>
                </a:solidFill>
              </a:defRPr>
            </a:lvl5pPr>
            <a:lvl6pPr>
              <a:defRPr sz="1500" b="1" i="0">
                <a:solidFill>
                  <a:srgbClr val="F8FAFC"/>
                </a:solidFill>
              </a:defRPr>
            </a:lvl6pPr>
            <a:lvl7pPr>
              <a:defRPr sz="1500" b="1" i="0">
                <a:solidFill>
                  <a:srgbClr val="F8FAFC"/>
                </a:solidFill>
              </a:defRPr>
            </a:lvl7pPr>
            <a:lvl8pPr>
              <a:defRPr sz="1500" b="1" i="0">
                <a:solidFill>
                  <a:srgbClr val="F8FAFC"/>
                </a:solidFill>
              </a:defRPr>
            </a:lvl8pPr>
            <a:lvl9pPr>
              <a:defRPr sz="15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8FAFC"/>
                </a:solidFill>
              </a:defRPr>
            </a:pPr>
            <a:r>
              <a:rPr sz="1500" b="1" i="0">
                <a:solidFill>
                  <a:srgbClr val="F8FAFC"/>
                </a:solidFill>
              </a:rPr>
              <a:t>1. Build labelled fixture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F2180-3C29-4104-9476-160E45CF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Measured shelf rows, pixel boxes, exact SKU/variant identities, price labels, and multiple controlled error scenarios.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A474F-94A3-4A75-83BD-BAB72EA7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286000"/>
            <a:ext cx="2457450" cy="24955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54FD5-3AAC-4336-A4F8-56095C30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43175"/>
            <a:ext cx="428625" cy="428625"/>
          </a:xfrm>
          <a:prstGeom xmlns:a="http://schemas.openxmlformats.org/drawingml/2006/main" prst="roundRect">
            <a:avLst>
              <a:gd name="adj" fmla="val 48889"/>
            </a:avLst>
          </a:prstGeom>
          <a:solidFill xmlns:a="http://schemas.openxmlformats.org/drawingml/2006/main">
            <a:srgbClr val="112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A046E-4155-438A-8F5E-A9D48E04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6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38BDF8"/>
                </a:solidFill>
              </a:defRPr>
            </a:defPPr>
            <a:lvl1pPr>
              <a:defRPr sz="1200" b="1" i="0">
                <a:solidFill>
                  <a:srgbClr val="38BDF8"/>
                </a:solidFill>
              </a:defRPr>
            </a:lvl1pPr>
            <a:lvl2pPr>
              <a:defRPr sz="1200" b="1" i="0">
                <a:solidFill>
                  <a:srgbClr val="38BDF8"/>
                </a:solidFill>
              </a:defRPr>
            </a:lvl2pPr>
            <a:lvl3pPr>
              <a:defRPr sz="1200" b="1" i="0">
                <a:solidFill>
                  <a:srgbClr val="38BDF8"/>
                </a:solidFill>
              </a:defRPr>
            </a:lvl3pPr>
            <a:lvl4pPr>
              <a:defRPr sz="1200" b="1" i="0">
                <a:solidFill>
                  <a:srgbClr val="38BDF8"/>
                </a:solidFill>
              </a:defRPr>
            </a:lvl4pPr>
            <a:lvl5pPr>
              <a:defRPr sz="1200" b="1" i="0">
                <a:solidFill>
                  <a:srgbClr val="38BDF8"/>
                </a:solidFill>
              </a:defRPr>
            </a:lvl5pPr>
            <a:lvl6pPr>
              <a:defRPr sz="1200" b="1" i="0">
                <a:solidFill>
                  <a:srgbClr val="38BDF8"/>
                </a:solidFill>
              </a:defRPr>
            </a:lvl6pPr>
            <a:lvl7pPr>
              <a:defRPr sz="1200" b="1" i="0">
                <a:solidFill>
                  <a:srgbClr val="38BDF8"/>
                </a:solidFill>
              </a:defRPr>
            </a:lvl7pPr>
            <a:lvl8pPr>
              <a:defRPr sz="1200" b="1" i="0">
                <a:solidFill>
                  <a:srgbClr val="38BDF8"/>
                </a:solidFill>
              </a:defRPr>
            </a:lvl8pPr>
            <a:lvl9pPr>
              <a:defRPr sz="1200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38BDF8"/>
                </a:solidFill>
              </a:defRPr>
            </a:pPr>
            <a:r>
              <a:rPr sz="1200" b="1" i="0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768D4-7F56-4F76-9FD6-705B86BE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194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 i="0">
                <a:solidFill>
                  <a:srgbClr val="F8FAFC"/>
                </a:solidFill>
              </a:defRPr>
            </a:defPPr>
            <a:lvl1pPr>
              <a:defRPr sz="1500" b="1" i="0">
                <a:solidFill>
                  <a:srgbClr val="F8FAFC"/>
                </a:solidFill>
              </a:defRPr>
            </a:lvl1pPr>
            <a:lvl2pPr>
              <a:defRPr sz="1500" b="1" i="0">
                <a:solidFill>
                  <a:srgbClr val="F8FAFC"/>
                </a:solidFill>
              </a:defRPr>
            </a:lvl2pPr>
            <a:lvl3pPr>
              <a:defRPr sz="1500" b="1" i="0">
                <a:solidFill>
                  <a:srgbClr val="F8FAFC"/>
                </a:solidFill>
              </a:defRPr>
            </a:lvl3pPr>
            <a:lvl4pPr>
              <a:defRPr sz="1500" b="1" i="0">
                <a:solidFill>
                  <a:srgbClr val="F8FAFC"/>
                </a:solidFill>
              </a:defRPr>
            </a:lvl4pPr>
            <a:lvl5pPr>
              <a:defRPr sz="1500" b="1" i="0">
                <a:solidFill>
                  <a:srgbClr val="F8FAFC"/>
                </a:solidFill>
              </a:defRPr>
            </a:lvl5pPr>
            <a:lvl6pPr>
              <a:defRPr sz="1500" b="1" i="0">
                <a:solidFill>
                  <a:srgbClr val="F8FAFC"/>
                </a:solidFill>
              </a:defRPr>
            </a:lvl6pPr>
            <a:lvl7pPr>
              <a:defRPr sz="1500" b="1" i="0">
                <a:solidFill>
                  <a:srgbClr val="F8FAFC"/>
                </a:solidFill>
              </a:defRPr>
            </a:lvl7pPr>
            <a:lvl8pPr>
              <a:defRPr sz="1500" b="1" i="0">
                <a:solidFill>
                  <a:srgbClr val="F8FAFC"/>
                </a:solidFill>
              </a:defRPr>
            </a:lvl8pPr>
            <a:lvl9pPr>
              <a:defRPr sz="15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8FAFC"/>
                </a:solidFill>
              </a:defRPr>
            </a:pPr>
            <a:r>
              <a:rPr sz="1500" b="1" i="0">
                <a:solidFill>
                  <a:srgbClr val="F8FAFC"/>
                </a:solidFill>
              </a:rPr>
              <a:t>2. Calibrate decisions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1552D-EFD0-45B9-950E-E8CEC2E3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84810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Measure detector quality, matching accuracy, position tolerance, empty-space recall, and OCR correctness.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5F20E-3C98-4D3F-BF59-DB5B1764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2457450" cy="24955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43C4F-A5FB-42EC-AFBF-A247C6FE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428625" cy="428625"/>
          </a:xfrm>
          <a:prstGeom xmlns:a="http://schemas.openxmlformats.org/drawingml/2006/main" prst="roundRect">
            <a:avLst>
              <a:gd name="adj" fmla="val 48889"/>
            </a:avLst>
          </a:prstGeom>
          <a:solidFill xmlns:a="http://schemas.openxmlformats.org/drawingml/2006/main">
            <a:srgbClr val="33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10D7B-7D81-411C-BCAA-96A0D6B6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59E0B"/>
                </a:solidFill>
              </a:defRPr>
            </a:defPPr>
            <a:lvl1pPr>
              <a:defRPr sz="1200" b="1" i="0">
                <a:solidFill>
                  <a:srgbClr val="F59E0B"/>
                </a:solidFill>
              </a:defRPr>
            </a:lvl1pPr>
            <a:lvl2pPr>
              <a:defRPr sz="1200" b="1" i="0">
                <a:solidFill>
                  <a:srgbClr val="F59E0B"/>
                </a:solidFill>
              </a:defRPr>
            </a:lvl2pPr>
            <a:lvl3pPr>
              <a:defRPr sz="1200" b="1" i="0">
                <a:solidFill>
                  <a:srgbClr val="F59E0B"/>
                </a:solidFill>
              </a:defRPr>
            </a:lvl3pPr>
            <a:lvl4pPr>
              <a:defRPr sz="1200" b="1" i="0">
                <a:solidFill>
                  <a:srgbClr val="F59E0B"/>
                </a:solidFill>
              </a:defRPr>
            </a:lvl4pPr>
            <a:lvl5pPr>
              <a:defRPr sz="1200" b="1" i="0">
                <a:solidFill>
                  <a:srgbClr val="F59E0B"/>
                </a:solidFill>
              </a:defRPr>
            </a:lvl5pPr>
            <a:lvl6pPr>
              <a:defRPr sz="1200" b="1" i="0">
                <a:solidFill>
                  <a:srgbClr val="F59E0B"/>
                </a:solidFill>
              </a:defRPr>
            </a:lvl6pPr>
            <a:lvl7pPr>
              <a:defRPr sz="1200" b="1" i="0">
                <a:solidFill>
                  <a:srgbClr val="F59E0B"/>
                </a:solidFill>
              </a:defRPr>
            </a:lvl7pPr>
            <a:lvl8pPr>
              <a:defRPr sz="1200" b="1" i="0">
                <a:solidFill>
                  <a:srgbClr val="F59E0B"/>
                </a:solidFill>
              </a:defRPr>
            </a:lvl8pPr>
            <a:lvl9pPr>
              <a:defRPr sz="120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59E0B"/>
                </a:solidFill>
              </a:defRPr>
            </a:pPr>
            <a:r>
              <a:rPr sz="12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69D7F-2433-44B2-BF47-4D888861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 i="0">
                <a:solidFill>
                  <a:srgbClr val="F8FAFC"/>
                </a:solidFill>
              </a:defRPr>
            </a:defPPr>
            <a:lvl1pPr>
              <a:defRPr sz="1500" b="1" i="0">
                <a:solidFill>
                  <a:srgbClr val="F8FAFC"/>
                </a:solidFill>
              </a:defRPr>
            </a:lvl1pPr>
            <a:lvl2pPr>
              <a:defRPr sz="1500" b="1" i="0">
                <a:solidFill>
                  <a:srgbClr val="F8FAFC"/>
                </a:solidFill>
              </a:defRPr>
            </a:lvl2pPr>
            <a:lvl3pPr>
              <a:defRPr sz="1500" b="1" i="0">
                <a:solidFill>
                  <a:srgbClr val="F8FAFC"/>
                </a:solidFill>
              </a:defRPr>
            </a:lvl3pPr>
            <a:lvl4pPr>
              <a:defRPr sz="1500" b="1" i="0">
                <a:solidFill>
                  <a:srgbClr val="F8FAFC"/>
                </a:solidFill>
              </a:defRPr>
            </a:lvl4pPr>
            <a:lvl5pPr>
              <a:defRPr sz="1500" b="1" i="0">
                <a:solidFill>
                  <a:srgbClr val="F8FAFC"/>
                </a:solidFill>
              </a:defRPr>
            </a:lvl5pPr>
            <a:lvl6pPr>
              <a:defRPr sz="1500" b="1" i="0">
                <a:solidFill>
                  <a:srgbClr val="F8FAFC"/>
                </a:solidFill>
              </a:defRPr>
            </a:lvl6pPr>
            <a:lvl7pPr>
              <a:defRPr sz="1500" b="1" i="0">
                <a:solidFill>
                  <a:srgbClr val="F8FAFC"/>
                </a:solidFill>
              </a:defRPr>
            </a:lvl7pPr>
            <a:lvl8pPr>
              <a:defRPr sz="1500" b="1" i="0">
                <a:solidFill>
                  <a:srgbClr val="F8FAFC"/>
                </a:solidFill>
              </a:defRPr>
            </a:lvl8pPr>
            <a:lvl9pPr>
              <a:defRPr sz="15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8FAFC"/>
                </a:solidFill>
              </a:defRPr>
            </a:pPr>
            <a:r>
              <a:rPr sz="1500" b="1" i="0">
                <a:solidFill>
                  <a:srgbClr val="F8FAFC"/>
                </a:solidFill>
              </a:rPr>
              <a:t>3. Strengthen recognition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79DC6-D4F5-4B22-B570-5BDE5941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810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Expand catalogue packshots, add variant-specific data, hard-negative examples, and human review feedback.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05AB5-E7EE-4AA4-9F3F-94AEB02C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86000"/>
            <a:ext cx="2457450" cy="24955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AB2D8-08C3-48D7-8A73-23B64BC3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43175"/>
            <a:ext cx="428625" cy="428625"/>
          </a:xfrm>
          <a:prstGeom xmlns:a="http://schemas.openxmlformats.org/drawingml/2006/main" prst="roundRect">
            <a:avLst>
              <a:gd name="adj" fmla="val 48889"/>
            </a:avLst>
          </a:prstGeom>
          <a:solidFill xmlns:a="http://schemas.openxmlformats.org/drawingml/2006/main">
            <a:srgbClr val="3421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E41442-D5FA-424F-A2BA-1517B9E4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6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B7185"/>
                </a:solidFill>
              </a:defRPr>
            </a:defPPr>
            <a:lvl1pPr>
              <a:defRPr sz="1200" b="1" i="0">
                <a:solidFill>
                  <a:srgbClr val="FB7185"/>
                </a:solidFill>
              </a:defRPr>
            </a:lvl1pPr>
            <a:lvl2pPr>
              <a:defRPr sz="1200" b="1" i="0">
                <a:solidFill>
                  <a:srgbClr val="FB7185"/>
                </a:solidFill>
              </a:defRPr>
            </a:lvl2pPr>
            <a:lvl3pPr>
              <a:defRPr sz="1200" b="1" i="0">
                <a:solidFill>
                  <a:srgbClr val="FB7185"/>
                </a:solidFill>
              </a:defRPr>
            </a:lvl3pPr>
            <a:lvl4pPr>
              <a:defRPr sz="1200" b="1" i="0">
                <a:solidFill>
                  <a:srgbClr val="FB7185"/>
                </a:solidFill>
              </a:defRPr>
            </a:lvl4pPr>
            <a:lvl5pPr>
              <a:defRPr sz="1200" b="1" i="0">
                <a:solidFill>
                  <a:srgbClr val="FB7185"/>
                </a:solidFill>
              </a:defRPr>
            </a:lvl5pPr>
            <a:lvl6pPr>
              <a:defRPr sz="1200" b="1" i="0">
                <a:solidFill>
                  <a:srgbClr val="FB7185"/>
                </a:solidFill>
              </a:defRPr>
            </a:lvl6pPr>
            <a:lvl7pPr>
              <a:defRPr sz="1200" b="1" i="0">
                <a:solidFill>
                  <a:srgbClr val="FB7185"/>
                </a:solidFill>
              </a:defRPr>
            </a:lvl7pPr>
            <a:lvl8pPr>
              <a:defRPr sz="1200" b="1" i="0">
                <a:solidFill>
                  <a:srgbClr val="FB7185"/>
                </a:solidFill>
              </a:defRPr>
            </a:lvl8pPr>
            <a:lvl9pPr>
              <a:defRPr sz="1200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B7185"/>
                </a:solidFill>
              </a:defRPr>
            </a:pPr>
            <a:r>
              <a:rPr sz="1200" b="1" i="0">
                <a:solidFill>
                  <a:srgbClr val="FB7185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C291ED-5B26-43C4-9E46-6A04A20F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194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 i="0">
                <a:solidFill>
                  <a:srgbClr val="F8FAFC"/>
                </a:solidFill>
              </a:defRPr>
            </a:defPPr>
            <a:lvl1pPr>
              <a:defRPr sz="1500" b="1" i="0">
                <a:solidFill>
                  <a:srgbClr val="F8FAFC"/>
                </a:solidFill>
              </a:defRPr>
            </a:lvl1pPr>
            <a:lvl2pPr>
              <a:defRPr sz="1500" b="1" i="0">
                <a:solidFill>
                  <a:srgbClr val="F8FAFC"/>
                </a:solidFill>
              </a:defRPr>
            </a:lvl2pPr>
            <a:lvl3pPr>
              <a:defRPr sz="1500" b="1" i="0">
                <a:solidFill>
                  <a:srgbClr val="F8FAFC"/>
                </a:solidFill>
              </a:defRPr>
            </a:lvl3pPr>
            <a:lvl4pPr>
              <a:defRPr sz="1500" b="1" i="0">
                <a:solidFill>
                  <a:srgbClr val="F8FAFC"/>
                </a:solidFill>
              </a:defRPr>
            </a:lvl4pPr>
            <a:lvl5pPr>
              <a:defRPr sz="1500" b="1" i="0">
                <a:solidFill>
                  <a:srgbClr val="F8FAFC"/>
                </a:solidFill>
              </a:defRPr>
            </a:lvl5pPr>
            <a:lvl6pPr>
              <a:defRPr sz="1500" b="1" i="0">
                <a:solidFill>
                  <a:srgbClr val="F8FAFC"/>
                </a:solidFill>
              </a:defRPr>
            </a:lvl6pPr>
            <a:lvl7pPr>
              <a:defRPr sz="1500" b="1" i="0">
                <a:solidFill>
                  <a:srgbClr val="F8FAFC"/>
                </a:solidFill>
              </a:defRPr>
            </a:lvl7pPr>
            <a:lvl8pPr>
              <a:defRPr sz="1500" b="1" i="0">
                <a:solidFill>
                  <a:srgbClr val="F8FAFC"/>
                </a:solidFill>
              </a:defRPr>
            </a:lvl8pPr>
            <a:lvl9pPr>
              <a:defRPr sz="15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8FAFC"/>
                </a:solidFill>
              </a:defRPr>
            </a:pPr>
            <a:r>
              <a:rPr sz="1500" b="1" i="0">
                <a:solidFill>
                  <a:srgbClr val="F8FAFC"/>
                </a:solidFill>
              </a:rPr>
              <a:t>4. Productize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C69E1B-0317-43F6-AEA2-048D9AA6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84810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Move beyond local storage, define monitoring, access controls, deployment, and retailer workflow integration.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C83E45-A5E2-4EF9-89D6-3A2538E0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542925"/>
          </a:xfrm>
          <a:prstGeom xmlns:a="http://schemas.openxmlformats.org/drawingml/2006/main" prst="roundRect">
            <a:avLst>
              <a:gd name="adj" fmla="val 24561"/>
            </a:avLst>
          </a:prstGeom>
          <a:solidFill xmlns:a="http://schemas.openxmlformats.org/drawingml/2006/main">
            <a:srgbClr val="173A39"/>
          </a:solidFill>
          <a:ln xmlns:a="http://schemas.openxmlformats.org/drawingml/2006/main" w="9525">
            <a:solidFill>
              <a:srgbClr val="2C65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F17962-B33E-4F23-8513-CBECF279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3075"/>
            <a:ext cx="862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 i="0">
                <a:solidFill>
                  <a:srgbClr val="6EE7B7"/>
                </a:solidFill>
              </a:defRPr>
            </a:defPPr>
            <a:lvl1pPr>
              <a:defRPr sz="1275" b="1" i="0">
                <a:solidFill>
                  <a:srgbClr val="6EE7B7"/>
                </a:solidFill>
              </a:defRPr>
            </a:lvl1pPr>
            <a:lvl2pPr>
              <a:defRPr sz="1275" b="1" i="0">
                <a:solidFill>
                  <a:srgbClr val="6EE7B7"/>
                </a:solidFill>
              </a:defRPr>
            </a:lvl2pPr>
            <a:lvl3pPr>
              <a:defRPr sz="1275" b="1" i="0">
                <a:solidFill>
                  <a:srgbClr val="6EE7B7"/>
                </a:solidFill>
              </a:defRPr>
            </a:lvl3pPr>
            <a:lvl4pPr>
              <a:defRPr sz="1275" b="1" i="0">
                <a:solidFill>
                  <a:srgbClr val="6EE7B7"/>
                </a:solidFill>
              </a:defRPr>
            </a:lvl4pPr>
            <a:lvl5pPr>
              <a:defRPr sz="1275" b="1" i="0">
                <a:solidFill>
                  <a:srgbClr val="6EE7B7"/>
                </a:solidFill>
              </a:defRPr>
            </a:lvl5pPr>
            <a:lvl6pPr>
              <a:defRPr sz="1275" b="1" i="0">
                <a:solidFill>
                  <a:srgbClr val="6EE7B7"/>
                </a:solidFill>
              </a:defRPr>
            </a:lvl6pPr>
            <a:lvl7pPr>
              <a:defRPr sz="1275" b="1" i="0">
                <a:solidFill>
                  <a:srgbClr val="6EE7B7"/>
                </a:solidFill>
              </a:defRPr>
            </a:lvl7pPr>
            <a:lvl8pPr>
              <a:defRPr sz="1275" b="1" i="0">
                <a:solidFill>
                  <a:srgbClr val="6EE7B7"/>
                </a:solidFill>
              </a:defRPr>
            </a:lvl8pPr>
            <a:lvl9pPr>
              <a:defRPr sz="127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Mentor prompt: validate the controlled fixture design and success metrics before expanding model complexity.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393815-EB75-498E-9CA4-40649464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FECB97-DEFE-48E4-8FE3-41FE5409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16  /  16</a:t>
            </a:r>
          </a:p>
        </p:txBody>
      </p:sp>
    </p:spTree>
    <p:extLst>
      <p:ext uri="{BB962C8B-B14F-4D97-AF65-F5344CB8AC3E}">
        <p14:creationId xmlns:p14="http://schemas.microsoft.com/office/powerpoint/2010/main" val="641742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2026-10-23T00:34:18.1560000Z</dcterms:created>
  <dcterms:modified xsi:type="dcterms:W3CDTF">2026-10-23T00:34:18.1560000Z</dcterms:modified>
</coreProperties>
</file>